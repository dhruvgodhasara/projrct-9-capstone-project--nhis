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0"/>
  </p:notesMasterIdLst>
  <p:sldIdLst>
    <p:sldId id="256" r:id="rId3"/>
    <p:sldId id="258" r:id="rId4"/>
    <p:sldId id="282" r:id="rId5"/>
    <p:sldId id="259" r:id="rId6"/>
    <p:sldId id="291" r:id="rId7"/>
    <p:sldId id="260" r:id="rId8"/>
    <p:sldId id="273" r:id="rId9"/>
    <p:sldId id="263" r:id="rId10"/>
    <p:sldId id="264" r:id="rId11"/>
    <p:sldId id="265" r:id="rId12"/>
    <p:sldId id="288" r:id="rId13"/>
    <p:sldId id="289" r:id="rId14"/>
    <p:sldId id="290" r:id="rId15"/>
    <p:sldId id="285" r:id="rId16"/>
    <p:sldId id="268" r:id="rId17"/>
    <p:sldId id="283" r:id="rId18"/>
    <p:sldId id="270" r:id="rId19"/>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67" d="100"/>
          <a:sy n="67" d="100"/>
        </p:scale>
        <p:origin x="64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5" name="PlaceHolder 1"/>
          <p:cNvSpPr>
            <a:spLocks noGrp="1"/>
          </p:cNvSpPr>
          <p:nvPr>
            <p:ph type="body"/>
          </p:nvPr>
        </p:nvSpPr>
        <p:spPr>
          <a:xfrm>
            <a:off x="756000" y="5078520"/>
            <a:ext cx="6047640" cy="4811040"/>
          </a:xfrm>
          <a:prstGeom prst="rect">
            <a:avLst/>
          </a:prstGeom>
        </p:spPr>
        <p:txBody>
          <a:bodyPr lIns="0" tIns="0" rIns="0" bIns="0"/>
          <a:lstStyle/>
          <a:p>
            <a:r>
              <a:rPr lang="en-IN" sz="2000" b="0" strike="noStrike" spc="-1">
                <a:solidFill>
                  <a:srgbClr val="000000"/>
                </a:solidFill>
                <a:uFill>
                  <a:solidFill>
                    <a:srgbClr val="FFFFFF"/>
                  </a:solidFill>
                </a:uFill>
                <a:latin typeface="Arial" panose="020B0604020202020204"/>
              </a:rPr>
              <a:t>Click to edit the notes format</a:t>
            </a:r>
          </a:p>
        </p:txBody>
      </p:sp>
      <p:sp>
        <p:nvSpPr>
          <p:cNvPr id="76" name="PlaceHolder 2"/>
          <p:cNvSpPr>
            <a:spLocks noGrp="1"/>
          </p:cNvSpPr>
          <p:nvPr>
            <p:ph type="hdr"/>
          </p:nvPr>
        </p:nvSpPr>
        <p:spPr>
          <a:xfrm>
            <a:off x="0" y="0"/>
            <a:ext cx="3280680" cy="534240"/>
          </a:xfrm>
          <a:prstGeom prst="rect">
            <a:avLst/>
          </a:prstGeom>
        </p:spPr>
        <p:txBody>
          <a:bodyPr lIns="0" tIns="0" rIns="0" bIns="0"/>
          <a:lstStyle/>
          <a:p>
            <a:r>
              <a:rPr lang="en-IN" sz="1400" b="0" strike="noStrike" spc="-1">
                <a:solidFill>
                  <a:srgbClr val="000000"/>
                </a:solidFill>
                <a:uFill>
                  <a:solidFill>
                    <a:srgbClr val="FFFFFF"/>
                  </a:solidFill>
                </a:uFill>
                <a:latin typeface="Times New Roman" panose="02020603050405020304"/>
              </a:rPr>
              <a:t> </a:t>
            </a:r>
          </a:p>
        </p:txBody>
      </p:sp>
      <p:sp>
        <p:nvSpPr>
          <p:cNvPr id="77" name="PlaceHolder 3"/>
          <p:cNvSpPr>
            <a:spLocks noGrp="1"/>
          </p:cNvSpPr>
          <p:nvPr>
            <p:ph type="dt"/>
          </p:nvPr>
        </p:nvSpPr>
        <p:spPr>
          <a:xfrm>
            <a:off x="4278960" y="0"/>
            <a:ext cx="3280680" cy="534240"/>
          </a:xfrm>
          <a:prstGeom prst="rect">
            <a:avLst/>
          </a:prstGeom>
        </p:spPr>
        <p:txBody>
          <a:bodyPr lIns="0" tIns="0" rIns="0" bIns="0"/>
          <a:lstStyle/>
          <a:p>
            <a:pPr algn="r"/>
            <a:r>
              <a:rPr lang="en-IN" sz="1400" b="0" strike="noStrike" spc="-1">
                <a:solidFill>
                  <a:srgbClr val="000000"/>
                </a:solidFill>
                <a:uFill>
                  <a:solidFill>
                    <a:srgbClr val="FFFFFF"/>
                  </a:solidFill>
                </a:uFill>
                <a:latin typeface="Times New Roman" panose="02020603050405020304"/>
              </a:rPr>
              <a:t> </a:t>
            </a:r>
          </a:p>
        </p:txBody>
      </p:sp>
      <p:sp>
        <p:nvSpPr>
          <p:cNvPr id="78" name="PlaceHolder 4"/>
          <p:cNvSpPr>
            <a:spLocks noGrp="1"/>
          </p:cNvSpPr>
          <p:nvPr>
            <p:ph type="ftr"/>
          </p:nvPr>
        </p:nvSpPr>
        <p:spPr>
          <a:xfrm>
            <a:off x="0" y="10157400"/>
            <a:ext cx="3280680" cy="534240"/>
          </a:xfrm>
          <a:prstGeom prst="rect">
            <a:avLst/>
          </a:prstGeom>
        </p:spPr>
        <p:txBody>
          <a:bodyPr lIns="0" tIns="0" rIns="0" bIns="0" anchor="b"/>
          <a:lstStyle/>
          <a:p>
            <a:r>
              <a:rPr lang="en-IN" sz="1400" b="0" strike="noStrike" spc="-1">
                <a:solidFill>
                  <a:srgbClr val="000000"/>
                </a:solidFill>
                <a:uFill>
                  <a:solidFill>
                    <a:srgbClr val="FFFFFF"/>
                  </a:solidFill>
                </a:uFill>
                <a:latin typeface="Times New Roman" panose="02020603050405020304"/>
              </a:rPr>
              <a:t> </a:t>
            </a:r>
          </a:p>
        </p:txBody>
      </p:sp>
      <p:sp>
        <p:nvSpPr>
          <p:cNvPr id="79" name="PlaceHolder 5"/>
          <p:cNvSpPr>
            <a:spLocks noGrp="1"/>
          </p:cNvSpPr>
          <p:nvPr>
            <p:ph type="sldNum"/>
          </p:nvPr>
        </p:nvSpPr>
        <p:spPr>
          <a:xfrm>
            <a:off x="4278960" y="10157400"/>
            <a:ext cx="3280680" cy="534240"/>
          </a:xfrm>
          <a:prstGeom prst="rect">
            <a:avLst/>
          </a:prstGeom>
        </p:spPr>
        <p:txBody>
          <a:bodyPr lIns="0" tIns="0" rIns="0" bIns="0" anchor="b"/>
          <a:lstStyle/>
          <a:p>
            <a:pPr algn="r"/>
            <a:fld id="{04743879-5C87-4208-8135-8E67083B45F6}" type="slidenum">
              <a:rPr lang="en-IN" sz="1400" b="0" strike="noStrike" spc="-1">
                <a:solidFill>
                  <a:srgbClr val="000000"/>
                </a:solidFill>
                <a:uFill>
                  <a:solidFill>
                    <a:srgbClr val="FFFFFF"/>
                  </a:solidFill>
                </a:uFill>
                <a:latin typeface="Times New Roman" panose="02020603050405020304"/>
              </a:rPr>
              <a:t>‹#›</a:t>
            </a:fld>
            <a:endParaRPr lang="en-IN" sz="1400" b="0" strike="noStrike" spc="-1">
              <a:solidFill>
                <a:srgbClr val="000000"/>
              </a:solidFill>
              <a:uFill>
                <a:solidFill>
                  <a:srgbClr val="FFFFFF"/>
                </a:solidFill>
              </a:uFill>
              <a:latin typeface="Times New Roman" panose="02020603050405020304"/>
            </a:endParaRPr>
          </a:p>
        </p:txBody>
      </p:sp>
    </p:spTree>
    <p:extLst>
      <p:ext uri="{BB962C8B-B14F-4D97-AF65-F5344CB8AC3E}">
        <p14:creationId xmlns:p14="http://schemas.microsoft.com/office/powerpoint/2010/main" val="3456991413"/>
      </p:ext>
    </p:extLst>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body"/>
          </p:nvPr>
        </p:nvSpPr>
        <p:spPr>
          <a:xfrm>
            <a:off x="685800" y="4400640"/>
            <a:ext cx="5485320" cy="3599280"/>
          </a:xfrm>
          <a:prstGeom prst="rect">
            <a:avLst/>
          </a:prstGeom>
        </p:spPr>
        <p:txBody>
          <a:bodyPr lIns="0" tIns="0" rIns="0" bIns="0"/>
          <a:lstStyle/>
          <a:p>
            <a:endParaRPr lang="en-IN" sz="2000" b="0" strike="noStrike" spc="-1">
              <a:solidFill>
                <a:srgbClr val="000000"/>
              </a:solidFill>
              <a:uFill>
                <a:solidFill>
                  <a:srgbClr val="FFFFFF"/>
                </a:solidFill>
              </a:uFill>
              <a:latin typeface="Arial" panose="020B0604020202020204"/>
            </a:endParaRPr>
          </a:p>
          <a:p>
            <a:endParaRPr lang="en-IN" sz="2000" b="0" strike="noStrike" spc="-1">
              <a:solidFill>
                <a:srgbClr val="000000"/>
              </a:solidFill>
              <a:uFill>
                <a:solidFill>
                  <a:srgbClr val="FFFFFF"/>
                </a:solidFill>
              </a:uFill>
              <a:latin typeface="Arial" panose="020B0604020202020204"/>
            </a:endParaRPr>
          </a:p>
        </p:txBody>
      </p:sp>
    </p:spTree>
    <p:extLst>
      <p:ext uri="{BB962C8B-B14F-4D97-AF65-F5344CB8AC3E}">
        <p14:creationId xmlns:p14="http://schemas.microsoft.com/office/powerpoint/2010/main" val="3587638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5"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7" name="PlaceHolder 2"/>
          <p:cNvSpPr>
            <a:spLocks noGrp="1"/>
          </p:cNvSpPr>
          <p:nvPr>
            <p:ph type="body"/>
          </p:nvPr>
        </p:nvSpPr>
        <p:spPr>
          <a:xfrm>
            <a:off x="609480" y="1604520"/>
            <a:ext cx="1097244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9" name="PlaceHolder 2"/>
          <p:cNvSpPr>
            <a:spLocks noGrp="1"/>
          </p:cNvSpPr>
          <p:nvPr>
            <p:ph type="body"/>
          </p:nvPr>
        </p:nvSpPr>
        <p:spPr>
          <a:xfrm>
            <a:off x="609480" y="1604520"/>
            <a:ext cx="535428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10" name="PlaceHolder 3"/>
          <p:cNvSpPr>
            <a:spLocks noGrp="1"/>
          </p:cNvSpPr>
          <p:nvPr>
            <p:ph type="body"/>
          </p:nvPr>
        </p:nvSpPr>
        <p:spPr>
          <a:xfrm>
            <a:off x="6231960" y="1604520"/>
            <a:ext cx="535428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14" name="PlaceHolder 2"/>
          <p:cNvSpPr>
            <a:spLocks noGrp="1"/>
          </p:cNvSpPr>
          <p:nvPr>
            <p:ph type="body"/>
          </p:nvPr>
        </p:nvSpPr>
        <p:spPr>
          <a:xfrm>
            <a:off x="60948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15" name="PlaceHolder 3"/>
          <p:cNvSpPr>
            <a:spLocks noGrp="1"/>
          </p:cNvSpPr>
          <p:nvPr>
            <p:ph type="body"/>
          </p:nvPr>
        </p:nvSpPr>
        <p:spPr>
          <a:xfrm>
            <a:off x="609480" y="368208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16" name="PlaceHolder 4"/>
          <p:cNvSpPr>
            <a:spLocks noGrp="1"/>
          </p:cNvSpPr>
          <p:nvPr>
            <p:ph type="body"/>
          </p:nvPr>
        </p:nvSpPr>
        <p:spPr>
          <a:xfrm>
            <a:off x="6231960" y="1604520"/>
            <a:ext cx="535428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18" name="PlaceHolder 2"/>
          <p:cNvSpPr>
            <a:spLocks noGrp="1"/>
          </p:cNvSpPr>
          <p:nvPr>
            <p:ph type="body"/>
          </p:nvPr>
        </p:nvSpPr>
        <p:spPr>
          <a:xfrm>
            <a:off x="609480" y="1604520"/>
            <a:ext cx="535428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19" name="PlaceHolder 3"/>
          <p:cNvSpPr>
            <a:spLocks noGrp="1"/>
          </p:cNvSpPr>
          <p:nvPr>
            <p:ph type="body"/>
          </p:nvPr>
        </p:nvSpPr>
        <p:spPr>
          <a:xfrm>
            <a:off x="623196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20" name="PlaceHolder 4"/>
          <p:cNvSpPr>
            <a:spLocks noGrp="1"/>
          </p:cNvSpPr>
          <p:nvPr>
            <p:ph type="body"/>
          </p:nvPr>
        </p:nvSpPr>
        <p:spPr>
          <a:xfrm>
            <a:off x="6231960" y="368208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22" name="PlaceHolder 2"/>
          <p:cNvSpPr>
            <a:spLocks noGrp="1"/>
          </p:cNvSpPr>
          <p:nvPr>
            <p:ph type="body"/>
          </p:nvPr>
        </p:nvSpPr>
        <p:spPr>
          <a:xfrm>
            <a:off x="60948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23" name="PlaceHolder 3"/>
          <p:cNvSpPr>
            <a:spLocks noGrp="1"/>
          </p:cNvSpPr>
          <p:nvPr>
            <p:ph type="body"/>
          </p:nvPr>
        </p:nvSpPr>
        <p:spPr>
          <a:xfrm>
            <a:off x="623196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24" name="PlaceHolder 4"/>
          <p:cNvSpPr>
            <a:spLocks noGrp="1"/>
          </p:cNvSpPr>
          <p:nvPr>
            <p:ph type="body"/>
          </p:nvPr>
        </p:nvSpPr>
        <p:spPr>
          <a:xfrm>
            <a:off x="609480" y="3682080"/>
            <a:ext cx="1097244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26" name="PlaceHolder 2"/>
          <p:cNvSpPr>
            <a:spLocks noGrp="1"/>
          </p:cNvSpPr>
          <p:nvPr>
            <p:ph type="body"/>
          </p:nvPr>
        </p:nvSpPr>
        <p:spPr>
          <a:xfrm>
            <a:off x="609480" y="1604520"/>
            <a:ext cx="1097244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27" name="PlaceHolder 3"/>
          <p:cNvSpPr>
            <a:spLocks noGrp="1"/>
          </p:cNvSpPr>
          <p:nvPr>
            <p:ph type="body"/>
          </p:nvPr>
        </p:nvSpPr>
        <p:spPr>
          <a:xfrm>
            <a:off x="609480" y="3682080"/>
            <a:ext cx="1097244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29" name="PlaceHolder 2"/>
          <p:cNvSpPr>
            <a:spLocks noGrp="1"/>
          </p:cNvSpPr>
          <p:nvPr>
            <p:ph type="body"/>
          </p:nvPr>
        </p:nvSpPr>
        <p:spPr>
          <a:xfrm>
            <a:off x="60948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30" name="PlaceHolder 3"/>
          <p:cNvSpPr>
            <a:spLocks noGrp="1"/>
          </p:cNvSpPr>
          <p:nvPr>
            <p:ph type="body"/>
          </p:nvPr>
        </p:nvSpPr>
        <p:spPr>
          <a:xfrm>
            <a:off x="623196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31" name="PlaceHolder 4"/>
          <p:cNvSpPr>
            <a:spLocks noGrp="1"/>
          </p:cNvSpPr>
          <p:nvPr>
            <p:ph type="body"/>
          </p:nvPr>
        </p:nvSpPr>
        <p:spPr>
          <a:xfrm>
            <a:off x="6231960" y="368208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32" name="PlaceHolder 5"/>
          <p:cNvSpPr>
            <a:spLocks noGrp="1"/>
          </p:cNvSpPr>
          <p:nvPr>
            <p:ph type="body"/>
          </p:nvPr>
        </p:nvSpPr>
        <p:spPr>
          <a:xfrm>
            <a:off x="609480" y="368208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34" name="PlaceHolder 2"/>
          <p:cNvSpPr>
            <a:spLocks noGrp="1"/>
          </p:cNvSpPr>
          <p:nvPr>
            <p:ph type="body"/>
          </p:nvPr>
        </p:nvSpPr>
        <p:spPr>
          <a:xfrm>
            <a:off x="609480" y="1604520"/>
            <a:ext cx="1097244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35" name="PlaceHolder 3"/>
          <p:cNvSpPr>
            <a:spLocks noGrp="1"/>
          </p:cNvSpPr>
          <p:nvPr>
            <p:ph type="body"/>
          </p:nvPr>
        </p:nvSpPr>
        <p:spPr>
          <a:xfrm>
            <a:off x="609480" y="1604520"/>
            <a:ext cx="1097244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pic>
        <p:nvPicPr>
          <p:cNvPr id="36" name="Picture 35"/>
          <p:cNvPicPr/>
          <p:nvPr/>
        </p:nvPicPr>
        <p:blipFill>
          <a:blip r:embed="rId2"/>
          <a:stretch>
            <a:fillRect/>
          </a:stretch>
        </p:blipFill>
        <p:spPr>
          <a:xfrm>
            <a:off x="3602880" y="1604520"/>
            <a:ext cx="4984920" cy="3977280"/>
          </a:xfrm>
          <a:prstGeom prst="rect">
            <a:avLst/>
          </a:prstGeom>
          <a:ln>
            <a:noFill/>
          </a:ln>
        </p:spPr>
      </p:pic>
      <p:pic>
        <p:nvPicPr>
          <p:cNvPr id="37" name="Picture 36"/>
          <p:cNvPicPr/>
          <p:nvPr/>
        </p:nvPicPr>
        <p:blipFill>
          <a:blip r:embed="rId2"/>
          <a:stretch>
            <a:fillRect/>
          </a:stretch>
        </p:blipFill>
        <p:spPr>
          <a:xfrm>
            <a:off x="3602880" y="1604520"/>
            <a:ext cx="498492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1"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42" name="PlaceHolder 2"/>
          <p:cNvSpPr>
            <a:spLocks noGrp="1"/>
          </p:cNvSpPr>
          <p:nvPr>
            <p:ph type="subTitle"/>
          </p:nvPr>
        </p:nvSpPr>
        <p:spPr>
          <a:xfrm>
            <a:off x="609480" y="1604520"/>
            <a:ext cx="10972440" cy="3977280"/>
          </a:xfrm>
          <a:prstGeom prst="rect">
            <a:avLst/>
          </a:prstGeom>
        </p:spPr>
        <p:txBody>
          <a:bodyPr lIns="0" tIns="0" rIns="0" bIns="0" anchor="ctr"/>
          <a:lstStyle/>
          <a:p>
            <a:pPr algn="ctr"/>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44" name="PlaceHolder 2"/>
          <p:cNvSpPr>
            <a:spLocks noGrp="1"/>
          </p:cNvSpPr>
          <p:nvPr>
            <p:ph type="body"/>
          </p:nvPr>
        </p:nvSpPr>
        <p:spPr>
          <a:xfrm>
            <a:off x="609480" y="1604520"/>
            <a:ext cx="1097244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46" name="PlaceHolder 2"/>
          <p:cNvSpPr>
            <a:spLocks noGrp="1"/>
          </p:cNvSpPr>
          <p:nvPr>
            <p:ph type="body"/>
          </p:nvPr>
        </p:nvSpPr>
        <p:spPr>
          <a:xfrm>
            <a:off x="609480" y="1604520"/>
            <a:ext cx="535428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47" name="PlaceHolder 3"/>
          <p:cNvSpPr>
            <a:spLocks noGrp="1"/>
          </p:cNvSpPr>
          <p:nvPr>
            <p:ph type="body"/>
          </p:nvPr>
        </p:nvSpPr>
        <p:spPr>
          <a:xfrm>
            <a:off x="6231960" y="1604520"/>
            <a:ext cx="535428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9" name="PlaceHolder 1"/>
          <p:cNvSpPr>
            <a:spLocks noGrp="1"/>
          </p:cNvSpPr>
          <p:nvPr>
            <p:ph type="subTitle"/>
          </p:nvPr>
        </p:nvSpPr>
        <p:spPr>
          <a:xfrm>
            <a:off x="609480" y="273600"/>
            <a:ext cx="10972440" cy="5307840"/>
          </a:xfrm>
          <a:prstGeom prst="rect">
            <a:avLst/>
          </a:prstGeom>
        </p:spPr>
        <p:txBody>
          <a:bodyPr lIns="0" tIns="0" rIns="0" bIns="0" anchor="ctr"/>
          <a:lstStyle/>
          <a:p>
            <a:pPr algn="ctr"/>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51" name="PlaceHolder 2"/>
          <p:cNvSpPr>
            <a:spLocks noGrp="1"/>
          </p:cNvSpPr>
          <p:nvPr>
            <p:ph type="body"/>
          </p:nvPr>
        </p:nvSpPr>
        <p:spPr>
          <a:xfrm>
            <a:off x="60948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52" name="PlaceHolder 3"/>
          <p:cNvSpPr>
            <a:spLocks noGrp="1"/>
          </p:cNvSpPr>
          <p:nvPr>
            <p:ph type="body"/>
          </p:nvPr>
        </p:nvSpPr>
        <p:spPr>
          <a:xfrm>
            <a:off x="609480" y="368208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53" name="PlaceHolder 4"/>
          <p:cNvSpPr>
            <a:spLocks noGrp="1"/>
          </p:cNvSpPr>
          <p:nvPr>
            <p:ph type="body"/>
          </p:nvPr>
        </p:nvSpPr>
        <p:spPr>
          <a:xfrm>
            <a:off x="6231960" y="1604520"/>
            <a:ext cx="535428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55" name="PlaceHolder 2"/>
          <p:cNvSpPr>
            <a:spLocks noGrp="1"/>
          </p:cNvSpPr>
          <p:nvPr>
            <p:ph type="body"/>
          </p:nvPr>
        </p:nvSpPr>
        <p:spPr>
          <a:xfrm>
            <a:off x="609480" y="1604520"/>
            <a:ext cx="535428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56" name="PlaceHolder 3"/>
          <p:cNvSpPr>
            <a:spLocks noGrp="1"/>
          </p:cNvSpPr>
          <p:nvPr>
            <p:ph type="body"/>
          </p:nvPr>
        </p:nvSpPr>
        <p:spPr>
          <a:xfrm>
            <a:off x="623196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57" name="PlaceHolder 4"/>
          <p:cNvSpPr>
            <a:spLocks noGrp="1"/>
          </p:cNvSpPr>
          <p:nvPr>
            <p:ph type="body"/>
          </p:nvPr>
        </p:nvSpPr>
        <p:spPr>
          <a:xfrm>
            <a:off x="6231960" y="368208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59" name="PlaceHolder 2"/>
          <p:cNvSpPr>
            <a:spLocks noGrp="1"/>
          </p:cNvSpPr>
          <p:nvPr>
            <p:ph type="body"/>
          </p:nvPr>
        </p:nvSpPr>
        <p:spPr>
          <a:xfrm>
            <a:off x="60948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60" name="PlaceHolder 3"/>
          <p:cNvSpPr>
            <a:spLocks noGrp="1"/>
          </p:cNvSpPr>
          <p:nvPr>
            <p:ph type="body"/>
          </p:nvPr>
        </p:nvSpPr>
        <p:spPr>
          <a:xfrm>
            <a:off x="623196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61" name="PlaceHolder 4"/>
          <p:cNvSpPr>
            <a:spLocks noGrp="1"/>
          </p:cNvSpPr>
          <p:nvPr>
            <p:ph type="body"/>
          </p:nvPr>
        </p:nvSpPr>
        <p:spPr>
          <a:xfrm>
            <a:off x="609480" y="3682080"/>
            <a:ext cx="1097244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63" name="PlaceHolder 2"/>
          <p:cNvSpPr>
            <a:spLocks noGrp="1"/>
          </p:cNvSpPr>
          <p:nvPr>
            <p:ph type="body"/>
          </p:nvPr>
        </p:nvSpPr>
        <p:spPr>
          <a:xfrm>
            <a:off x="609480" y="1604520"/>
            <a:ext cx="1097244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64" name="PlaceHolder 3"/>
          <p:cNvSpPr>
            <a:spLocks noGrp="1"/>
          </p:cNvSpPr>
          <p:nvPr>
            <p:ph type="body"/>
          </p:nvPr>
        </p:nvSpPr>
        <p:spPr>
          <a:xfrm>
            <a:off x="609480" y="3682080"/>
            <a:ext cx="1097244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66" name="PlaceHolder 2"/>
          <p:cNvSpPr>
            <a:spLocks noGrp="1"/>
          </p:cNvSpPr>
          <p:nvPr>
            <p:ph type="body"/>
          </p:nvPr>
        </p:nvSpPr>
        <p:spPr>
          <a:xfrm>
            <a:off x="60948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67" name="PlaceHolder 3"/>
          <p:cNvSpPr>
            <a:spLocks noGrp="1"/>
          </p:cNvSpPr>
          <p:nvPr>
            <p:ph type="body"/>
          </p:nvPr>
        </p:nvSpPr>
        <p:spPr>
          <a:xfrm>
            <a:off x="6231960" y="160452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68" name="PlaceHolder 4"/>
          <p:cNvSpPr>
            <a:spLocks noGrp="1"/>
          </p:cNvSpPr>
          <p:nvPr>
            <p:ph type="body"/>
          </p:nvPr>
        </p:nvSpPr>
        <p:spPr>
          <a:xfrm>
            <a:off x="6231960" y="368208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69" name="PlaceHolder 5"/>
          <p:cNvSpPr>
            <a:spLocks noGrp="1"/>
          </p:cNvSpPr>
          <p:nvPr>
            <p:ph type="body"/>
          </p:nvPr>
        </p:nvSpPr>
        <p:spPr>
          <a:xfrm>
            <a:off x="609480" y="3682080"/>
            <a:ext cx="5354280" cy="189684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71" name="PlaceHolder 2"/>
          <p:cNvSpPr>
            <a:spLocks noGrp="1"/>
          </p:cNvSpPr>
          <p:nvPr>
            <p:ph type="body"/>
          </p:nvPr>
        </p:nvSpPr>
        <p:spPr>
          <a:xfrm>
            <a:off x="609480" y="1604520"/>
            <a:ext cx="1097244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sp>
        <p:nvSpPr>
          <p:cNvPr id="72" name="PlaceHolder 3"/>
          <p:cNvSpPr>
            <a:spLocks noGrp="1"/>
          </p:cNvSpPr>
          <p:nvPr>
            <p:ph type="body"/>
          </p:nvPr>
        </p:nvSpPr>
        <p:spPr>
          <a:xfrm>
            <a:off x="609480" y="1604520"/>
            <a:ext cx="10972440" cy="3977280"/>
          </a:xfrm>
          <a:prstGeom prst="rect">
            <a:avLst/>
          </a:prstGeom>
        </p:spPr>
        <p:txBody>
          <a:bodyPr lIns="0" tIns="0" rIns="0" bIns="0"/>
          <a:lstStyle/>
          <a:p>
            <a:endParaRPr lang="en-IN" sz="3200" b="0" strike="noStrike" spc="-1">
              <a:solidFill>
                <a:srgbClr val="000000"/>
              </a:solidFill>
              <a:uFill>
                <a:solidFill>
                  <a:srgbClr val="FFFFFF"/>
                </a:solidFill>
              </a:uFill>
              <a:latin typeface="Arial" panose="020B0604020202020204"/>
            </a:endParaRPr>
          </a:p>
        </p:txBody>
      </p:sp>
      <p:pic>
        <p:nvPicPr>
          <p:cNvPr id="73" name="Picture 72"/>
          <p:cNvPicPr/>
          <p:nvPr/>
        </p:nvPicPr>
        <p:blipFill>
          <a:blip r:embed="rId2"/>
          <a:stretch>
            <a:fillRect/>
          </a:stretch>
        </p:blipFill>
        <p:spPr>
          <a:xfrm>
            <a:off x="3602880" y="1604520"/>
            <a:ext cx="4984920" cy="3977280"/>
          </a:xfrm>
          <a:prstGeom prst="rect">
            <a:avLst/>
          </a:prstGeom>
          <a:ln>
            <a:noFill/>
          </a:ln>
        </p:spPr>
      </p:pic>
      <p:pic>
        <p:nvPicPr>
          <p:cNvPr id="74" name="Picture 73"/>
          <p:cNvPicPr/>
          <p:nvPr/>
        </p:nvPicPr>
        <p:blipFill>
          <a:blip r:embed="rId2"/>
          <a:stretch>
            <a:fillRect/>
          </a:stretch>
        </p:blipFill>
        <p:spPr>
          <a:xfrm>
            <a:off x="3602880" y="1604520"/>
            <a:ext cx="4984920" cy="39772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9"/>
          <p:cNvPicPr/>
          <p:nvPr/>
        </p:nvPicPr>
        <p:blipFill>
          <a:blip r:embed="rId14"/>
          <a:stretch>
            <a:fillRect/>
          </a:stretch>
        </p:blipFill>
        <p:spPr>
          <a:xfrm>
            <a:off x="0" y="0"/>
            <a:ext cx="12207960" cy="6856920"/>
          </a:xfrm>
          <a:prstGeom prst="rect">
            <a:avLst/>
          </a:prstGeom>
          <a:ln w="9360">
            <a:noFill/>
          </a:ln>
        </p:spPr>
      </p:pic>
      <p:pic>
        <p:nvPicPr>
          <p:cNvPr id="2" name="Picture 2"/>
          <p:cNvPicPr/>
          <p:nvPr/>
        </p:nvPicPr>
        <p:blipFill>
          <a:blip r:embed="rId15"/>
          <a:stretch>
            <a:fillRect/>
          </a:stretch>
        </p:blipFill>
        <p:spPr>
          <a:xfrm>
            <a:off x="0" y="0"/>
            <a:ext cx="12207960" cy="6856920"/>
          </a:xfrm>
          <a:prstGeom prst="rect">
            <a:avLst/>
          </a:prstGeom>
          <a:ln w="9360">
            <a:noFill/>
          </a:ln>
        </p:spPr>
      </p:pic>
      <p:sp>
        <p:nvSpPr>
          <p:cNvPr id="3" name="PlaceHolder 1"/>
          <p:cNvSpPr>
            <a:spLocks noGrp="1"/>
          </p:cNvSpPr>
          <p:nvPr>
            <p:ph type="title"/>
          </p:nvPr>
        </p:nvSpPr>
        <p:spPr>
          <a:xfrm>
            <a:off x="609480" y="273600"/>
            <a:ext cx="10972080" cy="1144440"/>
          </a:xfrm>
          <a:prstGeom prst="rect">
            <a:avLst/>
          </a:prstGeom>
        </p:spPr>
        <p:txBody>
          <a:bodyPr lIns="0" tIns="0" rIns="0" bIns="0" anchor="ctr"/>
          <a:lstStyle/>
          <a:p>
            <a:pPr algn="ctr"/>
            <a:endParaRPr lang="en-IN" sz="4400" b="0" strike="noStrike" spc="-1">
              <a:solidFill>
                <a:srgbClr val="000000"/>
              </a:solidFill>
              <a:uFill>
                <a:solidFill>
                  <a:srgbClr val="FFFFFF"/>
                </a:solidFill>
              </a:uFill>
              <a:latin typeface="Arial" panose="020B0604020202020204"/>
            </a:endParaRPr>
          </a:p>
        </p:txBody>
      </p:sp>
      <p:sp>
        <p:nvSpPr>
          <p:cNvPr id="4" name="PlaceHolder 2"/>
          <p:cNvSpPr>
            <a:spLocks noGrp="1"/>
          </p:cNvSpPr>
          <p:nvPr>
            <p:ph type="body"/>
          </p:nvPr>
        </p:nvSpPr>
        <p:spPr>
          <a:xfrm>
            <a:off x="609480" y="1604520"/>
            <a:ext cx="10972080" cy="3976920"/>
          </a:xfrm>
          <a:prstGeom prst="rect">
            <a:avLst/>
          </a:prstGeom>
        </p:spPr>
        <p:txBody>
          <a:bodyPr lIns="0" tIns="0" rIns="0" bIns="0"/>
          <a:lstStyle/>
          <a:p>
            <a:pPr marL="431800" indent="-323850">
              <a:buClr>
                <a:srgbClr val="000000"/>
              </a:buClr>
              <a:buSzPct val="45000"/>
              <a:buFont typeface="Wingdings" panose="05000000000000000000" pitchFamily="2" charset="2"/>
              <a:buChar char=""/>
            </a:pPr>
            <a:r>
              <a:rPr lang="en-IN" sz="1800" b="0" strike="noStrike" spc="-1">
                <a:solidFill>
                  <a:srgbClr val="000000"/>
                </a:solidFill>
                <a:uFill>
                  <a:solidFill>
                    <a:srgbClr val="FFFFFF"/>
                  </a:solidFill>
                </a:uFill>
                <a:latin typeface="Arial" panose="020B0604020202020204"/>
              </a:rPr>
              <a:t>Click to edit the outline text format</a:t>
            </a:r>
          </a:p>
          <a:p>
            <a:pPr marL="864235" lvl="1" indent="-323850">
              <a:buClr>
                <a:srgbClr val="000000"/>
              </a:buClr>
              <a:buSzPct val="75000"/>
              <a:buFont typeface="Symbol" panose="05050102010706020507" charset="2"/>
              <a:buChar char=""/>
            </a:pPr>
            <a:r>
              <a:rPr lang="en-IN" sz="1800" b="0" strike="noStrike" spc="-1">
                <a:solidFill>
                  <a:srgbClr val="000000"/>
                </a:solidFill>
                <a:uFill>
                  <a:solidFill>
                    <a:srgbClr val="FFFFFF"/>
                  </a:solidFill>
                </a:uFill>
                <a:latin typeface="Arial" panose="020B0604020202020204"/>
              </a:rPr>
              <a:t>Second Outline Level</a:t>
            </a:r>
          </a:p>
          <a:p>
            <a:pPr marL="1296035" lvl="2" indent="-288290">
              <a:buClr>
                <a:srgbClr val="000000"/>
              </a:buClr>
              <a:buSzPct val="45000"/>
              <a:buFont typeface="Wingdings" panose="05000000000000000000" pitchFamily="2" charset="2"/>
              <a:buChar char=""/>
            </a:pPr>
            <a:r>
              <a:rPr lang="en-IN" sz="1800" b="0" strike="noStrike" spc="-1">
                <a:solidFill>
                  <a:srgbClr val="000000"/>
                </a:solidFill>
                <a:uFill>
                  <a:solidFill>
                    <a:srgbClr val="FFFFFF"/>
                  </a:solidFill>
                </a:uFill>
                <a:latin typeface="Arial" panose="020B0604020202020204"/>
              </a:rPr>
              <a:t>Third Outline Level</a:t>
            </a:r>
          </a:p>
          <a:p>
            <a:pPr marL="1727835" lvl="3" indent="-215900">
              <a:buClr>
                <a:srgbClr val="000000"/>
              </a:buClr>
              <a:buSzPct val="75000"/>
              <a:buFont typeface="Symbol" panose="05050102010706020507" charset="2"/>
              <a:buChar char=""/>
            </a:pPr>
            <a:r>
              <a:rPr lang="en-IN" sz="1800" b="0" strike="noStrike" spc="-1">
                <a:solidFill>
                  <a:srgbClr val="000000"/>
                </a:solidFill>
                <a:uFill>
                  <a:solidFill>
                    <a:srgbClr val="FFFFFF"/>
                  </a:solidFill>
                </a:uFill>
                <a:latin typeface="Arial" panose="020B0604020202020204"/>
              </a:rPr>
              <a:t>Fourth Outline Level</a:t>
            </a:r>
          </a:p>
          <a:p>
            <a:pPr marL="2160270" lvl="4" indent="-215900">
              <a:buClr>
                <a:srgbClr val="000000"/>
              </a:buClr>
              <a:buSzPct val="45000"/>
              <a:buFont typeface="Wingdings" panose="05000000000000000000" pitchFamily="2" charset="2"/>
              <a:buChar char=""/>
            </a:pPr>
            <a:r>
              <a:rPr lang="en-IN" sz="1800" b="0" strike="noStrike" spc="-1">
                <a:solidFill>
                  <a:srgbClr val="000000"/>
                </a:solidFill>
                <a:uFill>
                  <a:solidFill>
                    <a:srgbClr val="FFFFFF"/>
                  </a:solidFill>
                </a:uFill>
                <a:latin typeface="Arial" panose="020B0604020202020204"/>
              </a:rPr>
              <a:t>Fifth Outline Level</a:t>
            </a:r>
          </a:p>
          <a:p>
            <a:pPr marL="2592070" lvl="5" indent="-215900">
              <a:buClr>
                <a:srgbClr val="000000"/>
              </a:buClr>
              <a:buSzPct val="45000"/>
              <a:buFont typeface="Wingdings" panose="05000000000000000000" pitchFamily="2" charset="2"/>
              <a:buChar char=""/>
            </a:pPr>
            <a:r>
              <a:rPr lang="en-IN" sz="1800" b="0" strike="noStrike" spc="-1">
                <a:solidFill>
                  <a:srgbClr val="000000"/>
                </a:solidFill>
                <a:uFill>
                  <a:solidFill>
                    <a:srgbClr val="FFFFFF"/>
                  </a:solidFill>
                </a:uFill>
                <a:latin typeface="Arial" panose="020B0604020202020204"/>
              </a:rPr>
              <a:t>Sixth Outline Level</a:t>
            </a:r>
          </a:p>
          <a:p>
            <a:pPr marL="3023870" lvl="6" indent="-215900">
              <a:buClr>
                <a:srgbClr val="000000"/>
              </a:buClr>
              <a:buSzPct val="45000"/>
              <a:buFont typeface="Wingdings" panose="05000000000000000000" pitchFamily="2" charset="2"/>
              <a:buChar char=""/>
            </a:pPr>
            <a:r>
              <a:rPr lang="en-IN" sz="1800" b="0" strike="noStrike" spc="-1">
                <a:solidFill>
                  <a:srgbClr val="000000"/>
                </a:solidFill>
                <a:uFill>
                  <a:solidFill>
                    <a:srgbClr val="FFFFFF"/>
                  </a:solidFill>
                </a:uFill>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8" name="Picture 9"/>
          <p:cNvPicPr/>
          <p:nvPr/>
        </p:nvPicPr>
        <p:blipFill>
          <a:blip r:embed="rId14"/>
          <a:stretch>
            <a:fillRect/>
          </a:stretch>
        </p:blipFill>
        <p:spPr>
          <a:xfrm>
            <a:off x="0" y="0"/>
            <a:ext cx="12207960" cy="6856920"/>
          </a:xfrm>
          <a:prstGeom prst="rect">
            <a:avLst/>
          </a:prstGeom>
          <a:ln w="9360">
            <a:noFill/>
          </a:ln>
        </p:spPr>
      </p:pic>
      <p:sp>
        <p:nvSpPr>
          <p:cNvPr id="39" name="PlaceHolder 1"/>
          <p:cNvSpPr>
            <a:spLocks noGrp="1"/>
          </p:cNvSpPr>
          <p:nvPr>
            <p:ph type="title"/>
          </p:nvPr>
        </p:nvSpPr>
        <p:spPr>
          <a:xfrm>
            <a:off x="609480" y="273600"/>
            <a:ext cx="10972440" cy="1144800"/>
          </a:xfrm>
          <a:prstGeom prst="rect">
            <a:avLst/>
          </a:prstGeom>
        </p:spPr>
        <p:txBody>
          <a:bodyPr lIns="0" tIns="0" rIns="0" bIns="0" anchor="ctr"/>
          <a:lstStyle/>
          <a:p>
            <a:pPr algn="ctr"/>
            <a:r>
              <a:rPr lang="en-IN" sz="4400" b="0" strike="noStrike" spc="-1">
                <a:solidFill>
                  <a:srgbClr val="000000"/>
                </a:solidFill>
                <a:uFill>
                  <a:solidFill>
                    <a:srgbClr val="FFFFFF"/>
                  </a:solidFill>
                </a:uFill>
                <a:latin typeface="Arial" panose="020B0604020202020204"/>
              </a:rPr>
              <a:t>Click to edit the title text format</a:t>
            </a:r>
          </a:p>
        </p:txBody>
      </p:sp>
      <p:sp>
        <p:nvSpPr>
          <p:cNvPr id="40" name="PlaceHolder 2"/>
          <p:cNvSpPr>
            <a:spLocks noGrp="1"/>
          </p:cNvSpPr>
          <p:nvPr>
            <p:ph type="body"/>
          </p:nvPr>
        </p:nvSpPr>
        <p:spPr>
          <a:xfrm>
            <a:off x="609480" y="1604520"/>
            <a:ext cx="10972440" cy="3977280"/>
          </a:xfrm>
          <a:prstGeom prst="rect">
            <a:avLst/>
          </a:prstGeom>
        </p:spPr>
        <p:txBody>
          <a:bodyPr lIns="0" tIns="0" rIns="0" bIns="0"/>
          <a:lstStyle/>
          <a:p>
            <a:pPr marL="431800" indent="-323850">
              <a:buClr>
                <a:srgbClr val="000000"/>
              </a:buClr>
              <a:buSzPct val="45000"/>
              <a:buFont typeface="Wingdings" panose="05000000000000000000" pitchFamily="2" charset="2"/>
              <a:buChar char=""/>
            </a:pPr>
            <a:r>
              <a:rPr lang="en-IN" sz="3200" b="0" strike="noStrike" spc="-1">
                <a:solidFill>
                  <a:srgbClr val="000000"/>
                </a:solidFill>
                <a:uFill>
                  <a:solidFill>
                    <a:srgbClr val="FFFFFF"/>
                  </a:solidFill>
                </a:uFill>
                <a:latin typeface="Arial" panose="020B0604020202020204"/>
              </a:rPr>
              <a:t>Click to edit the outline text format</a:t>
            </a:r>
          </a:p>
          <a:p>
            <a:pPr marL="864235" lvl="1" indent="-323850">
              <a:buClr>
                <a:srgbClr val="000000"/>
              </a:buClr>
              <a:buSzPct val="75000"/>
              <a:buFont typeface="Symbol" panose="05050102010706020507" charset="2"/>
              <a:buChar char=""/>
            </a:pPr>
            <a:r>
              <a:rPr lang="en-IN" sz="2800" b="0" strike="noStrike" spc="-1">
                <a:solidFill>
                  <a:srgbClr val="000000"/>
                </a:solidFill>
                <a:uFill>
                  <a:solidFill>
                    <a:srgbClr val="FFFFFF"/>
                  </a:solidFill>
                </a:uFill>
                <a:latin typeface="Arial" panose="020B0604020202020204"/>
              </a:rPr>
              <a:t>Second Outline Level</a:t>
            </a:r>
          </a:p>
          <a:p>
            <a:pPr marL="1296035" lvl="2" indent="-288290">
              <a:buClr>
                <a:srgbClr val="000000"/>
              </a:buClr>
              <a:buSzPct val="45000"/>
              <a:buFont typeface="Wingdings" panose="05000000000000000000" pitchFamily="2" charset="2"/>
              <a:buChar char=""/>
            </a:pPr>
            <a:r>
              <a:rPr lang="en-IN" sz="2400" b="0" strike="noStrike" spc="-1">
                <a:solidFill>
                  <a:srgbClr val="000000"/>
                </a:solidFill>
                <a:uFill>
                  <a:solidFill>
                    <a:srgbClr val="FFFFFF"/>
                  </a:solidFill>
                </a:uFill>
                <a:latin typeface="Arial" panose="020B0604020202020204"/>
              </a:rPr>
              <a:t>Third Outline Level</a:t>
            </a:r>
          </a:p>
          <a:p>
            <a:pPr marL="1727835" lvl="3" indent="-215900">
              <a:buClr>
                <a:srgbClr val="000000"/>
              </a:buClr>
              <a:buSzPct val="75000"/>
              <a:buFont typeface="Symbol" panose="05050102010706020507" charset="2"/>
              <a:buChar char=""/>
            </a:pPr>
            <a:r>
              <a:rPr lang="en-IN" sz="2000" b="0" strike="noStrike" spc="-1">
                <a:solidFill>
                  <a:srgbClr val="000000"/>
                </a:solidFill>
                <a:uFill>
                  <a:solidFill>
                    <a:srgbClr val="FFFFFF"/>
                  </a:solidFill>
                </a:uFill>
                <a:latin typeface="Arial" panose="020B0604020202020204"/>
              </a:rPr>
              <a:t>Fourth Outline Level</a:t>
            </a:r>
          </a:p>
          <a:p>
            <a:pPr marL="2160270" lvl="4" indent="-215900">
              <a:buClr>
                <a:srgbClr val="000000"/>
              </a:buClr>
              <a:buSzPct val="45000"/>
              <a:buFont typeface="Wingdings" panose="05000000000000000000" pitchFamily="2" charset="2"/>
              <a:buChar char=""/>
            </a:pPr>
            <a:r>
              <a:rPr lang="en-IN" sz="2000" b="0" strike="noStrike" spc="-1">
                <a:solidFill>
                  <a:srgbClr val="000000"/>
                </a:solidFill>
                <a:uFill>
                  <a:solidFill>
                    <a:srgbClr val="FFFFFF"/>
                  </a:solidFill>
                </a:uFill>
                <a:latin typeface="Arial" panose="020B0604020202020204"/>
              </a:rPr>
              <a:t>Fifth Outline Level</a:t>
            </a:r>
          </a:p>
          <a:p>
            <a:pPr marL="2592070" lvl="5" indent="-215900">
              <a:buClr>
                <a:srgbClr val="000000"/>
              </a:buClr>
              <a:buSzPct val="45000"/>
              <a:buFont typeface="Wingdings" panose="05000000000000000000" pitchFamily="2" charset="2"/>
              <a:buChar char=""/>
            </a:pPr>
            <a:r>
              <a:rPr lang="en-IN" sz="2000" b="0" strike="noStrike" spc="-1">
                <a:solidFill>
                  <a:srgbClr val="000000"/>
                </a:solidFill>
                <a:uFill>
                  <a:solidFill>
                    <a:srgbClr val="FFFFFF"/>
                  </a:solidFill>
                </a:uFill>
                <a:latin typeface="Arial" panose="020B0604020202020204"/>
              </a:rPr>
              <a:t>Sixth Outline Level</a:t>
            </a:r>
          </a:p>
          <a:p>
            <a:pPr marL="3023870" lvl="6" indent="-215900">
              <a:buClr>
                <a:srgbClr val="000000"/>
              </a:buClr>
              <a:buSzPct val="45000"/>
              <a:buFont typeface="Wingdings" panose="05000000000000000000" pitchFamily="2" charset="2"/>
              <a:buChar char=""/>
            </a:pPr>
            <a:r>
              <a:rPr lang="en-IN" sz="2000" b="0" strike="noStrike" spc="-1">
                <a:solidFill>
                  <a:srgbClr val="000000"/>
                </a:solidFill>
                <a:uFill>
                  <a:solidFill>
                    <a:srgbClr val="FFFFFF"/>
                  </a:solidFill>
                </a:uFill>
                <a:latin typeface="Arial" panose="020B0604020202020204"/>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ustomShape 1"/>
          <p:cNvSpPr/>
          <p:nvPr/>
        </p:nvSpPr>
        <p:spPr>
          <a:xfrm>
            <a:off x="445770" y="476885"/>
            <a:ext cx="11536045" cy="1245870"/>
          </a:xfrm>
          <a:prstGeom prst="rect">
            <a:avLst/>
          </a:prstGeom>
        </p:spPr>
        <p:style>
          <a:lnRef idx="2">
            <a:schemeClr val="accent5"/>
          </a:lnRef>
          <a:fillRef idx="1">
            <a:schemeClr val="lt1"/>
          </a:fillRef>
          <a:effectRef idx="0">
            <a:schemeClr val="accent5"/>
          </a:effectRef>
          <a:fontRef idx="minor">
            <a:schemeClr val="dk1"/>
          </a:fontRef>
        </p:style>
        <p:txBody>
          <a:bodyPr lIns="90000" tIns="45000" rIns="90000" bIns="45000" anchor="ctr"/>
          <a:lstStyle/>
          <a:p>
            <a:pPr algn="ctr">
              <a:lnSpc>
                <a:spcPct val="100000"/>
              </a:lnSpc>
            </a:pPr>
            <a:r>
              <a:rPr lang="en-IN" sz="4000" b="1" strike="noStrike" spc="-1" dirty="0">
                <a:solidFill>
                  <a:schemeClr val="tx1"/>
                </a:solidFill>
                <a:effectLst>
                  <a:outerShdw blurRad="50800" dist="38100" dir="10800000" algn="r" rotWithShape="0">
                    <a:prstClr val="black">
                      <a:alpha val="40000"/>
                    </a:prstClr>
                  </a:outerShdw>
                </a:effectLst>
                <a:uFill>
                  <a:solidFill>
                    <a:srgbClr val="FFFFFF"/>
                  </a:solidFill>
                </a:uFill>
                <a:latin typeface="Times New Roman" panose="02020603050405020304"/>
                <a:ea typeface="SimSun" panose="02010600030101010101" pitchFamily="2" charset="-122"/>
              </a:rPr>
              <a:t>Ecommerce Sentiment Analysis </a:t>
            </a:r>
          </a:p>
        </p:txBody>
      </p:sp>
      <p:sp>
        <p:nvSpPr>
          <p:cNvPr id="81" name="CustomShape 2"/>
          <p:cNvSpPr/>
          <p:nvPr/>
        </p:nvSpPr>
        <p:spPr>
          <a:xfrm>
            <a:off x="551060" y="6309415"/>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endParaRPr lang="en-IN" sz="1400" spc="-1" dirty="0">
              <a:solidFill>
                <a:srgbClr val="000000"/>
              </a:solidFill>
              <a:uFill>
                <a:solidFill>
                  <a:srgbClr val="FFFFFF"/>
                </a:solidFill>
              </a:uFill>
              <a:latin typeface="Arial" panose="020B0604020202020204"/>
              <a:ea typeface="SimSun" panose="02010600030101010101" pitchFamily="2" charset="-122"/>
            </a:endParaRPr>
          </a:p>
          <a:p>
            <a:pP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82" name="CustomShape 3"/>
          <p:cNvSpPr/>
          <p:nvPr/>
        </p:nvSpPr>
        <p:spPr>
          <a:xfrm>
            <a:off x="873756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83" name="CustomShape 4"/>
          <p:cNvSpPr/>
          <p:nvPr/>
        </p:nvSpPr>
        <p:spPr>
          <a:xfrm>
            <a:off x="2879674" y="4730434"/>
            <a:ext cx="8426501" cy="1816581"/>
          </a:xfrm>
          <a:prstGeom prst="rect">
            <a:avLst/>
          </a:prstGeom>
          <a:noFill/>
          <a:ln>
            <a:noFill/>
          </a:ln>
        </p:spPr>
        <p:style>
          <a:lnRef idx="0">
            <a:srgbClr val="FFFFFF"/>
          </a:lnRef>
          <a:fillRef idx="0">
            <a:srgbClr val="FFFFFF"/>
          </a:fillRef>
          <a:effectRef idx="0">
            <a:srgbClr val="FFFFFF"/>
          </a:effectRef>
          <a:fontRef idx="minor"/>
        </p:style>
        <p:txBody>
          <a:bodyPr wrap="none" lIns="90000" tIns="45000" rIns="90000" bIns="45000"/>
          <a:lstStyle/>
          <a:p>
            <a:pPr algn="l">
              <a:lnSpc>
                <a:spcPct val="100000"/>
              </a:lnSpc>
            </a:pPr>
            <a:r>
              <a:rPr lang="en-IN" sz="2400" b="1" strike="noStrike" spc="-1" dirty="0">
                <a:solidFill>
                  <a:srgbClr val="000000"/>
                </a:solidFill>
                <a:uFill>
                  <a:solidFill>
                    <a:srgbClr val="FFFFFF"/>
                  </a:solidFill>
                </a:uFill>
                <a:latin typeface="Arial" panose="020B0604020202020204"/>
                <a:ea typeface="SimSun" panose="02010600030101010101" pitchFamily="2" charset="-122"/>
              </a:rPr>
              <a:t>Submitted By:</a:t>
            </a:r>
            <a:r>
              <a:rPr lang="en-IN" sz="2400" b="0" strike="noStrike" spc="-1" dirty="0">
                <a:solidFill>
                  <a:srgbClr val="000000"/>
                </a:solidFill>
                <a:uFill>
                  <a:solidFill>
                    <a:srgbClr val="FFFFFF"/>
                  </a:solidFill>
                </a:uFill>
                <a:latin typeface="Times New Roman" panose="02020603050405020304"/>
                <a:ea typeface="SimSun" panose="02010600030101010101" pitchFamily="2" charset="-122"/>
              </a:rPr>
              <a:t>  Dhruv Godhasara </a:t>
            </a:r>
          </a:p>
          <a:p>
            <a:pPr algn="l">
              <a:lnSpc>
                <a:spcPct val="100000"/>
              </a:lnSpc>
            </a:pPr>
            <a:endParaRPr lang="en-IN" sz="2400" spc="-1" dirty="0">
              <a:solidFill>
                <a:srgbClr val="000000"/>
              </a:solidFill>
              <a:uFill>
                <a:solidFill>
                  <a:srgbClr val="FFFFFF"/>
                </a:solidFill>
              </a:uFill>
              <a:latin typeface="Times New Roman" panose="02020603050405020304"/>
              <a:ea typeface="SimSun" panose="02010600030101010101" pitchFamily="2" charset="-122"/>
            </a:endParaRPr>
          </a:p>
          <a:p>
            <a:pPr algn="l">
              <a:lnSpc>
                <a:spcPct val="100000"/>
              </a:lnSpc>
            </a:pPr>
            <a:r>
              <a:rPr lang="en-IN" sz="2400" b="0" strike="noStrike" spc="-1" dirty="0">
                <a:solidFill>
                  <a:srgbClr val="000000"/>
                </a:solidFill>
                <a:uFill>
                  <a:solidFill>
                    <a:srgbClr val="FFFFFF"/>
                  </a:solidFill>
                </a:uFill>
                <a:latin typeface="Times New Roman" panose="02020603050405020304"/>
                <a:ea typeface="SimSun" panose="02010600030101010101" pitchFamily="2" charset="-122"/>
              </a:rPr>
              <a:t>By :- </a:t>
            </a:r>
            <a:r>
              <a:rPr lang="en-IN" sz="2400" b="0" strike="noStrike" spc="-1" dirty="0" err="1">
                <a:solidFill>
                  <a:srgbClr val="000000"/>
                </a:solidFill>
                <a:uFill>
                  <a:solidFill>
                    <a:srgbClr val="FFFFFF"/>
                  </a:solidFill>
                </a:uFill>
                <a:latin typeface="Times New Roman" panose="02020603050405020304"/>
                <a:ea typeface="SimSun" panose="02010600030101010101" pitchFamily="2" charset="-122"/>
              </a:rPr>
              <a:t>Nexthikes</a:t>
            </a:r>
            <a:r>
              <a:rPr lang="en-IN" sz="2400" b="0" strike="noStrike" spc="-1" dirty="0">
                <a:solidFill>
                  <a:srgbClr val="000000"/>
                </a:solidFill>
                <a:uFill>
                  <a:solidFill>
                    <a:srgbClr val="FFFFFF"/>
                  </a:solidFill>
                </a:uFill>
                <a:latin typeface="Times New Roman" panose="02020603050405020304"/>
                <a:ea typeface="SimSun" panose="02010600030101010101" pitchFamily="2" charset="-122"/>
              </a:rPr>
              <a:t> IT Solution </a:t>
            </a:r>
          </a:p>
          <a:p>
            <a:pPr algn="l">
              <a:lnSpc>
                <a:spcPct val="100000"/>
              </a:lnSpc>
            </a:pPr>
            <a:endParaRPr lang="en-IN" sz="2400" spc="-1" dirty="0">
              <a:solidFill>
                <a:srgbClr val="000000"/>
              </a:solidFill>
              <a:uFill>
                <a:solidFill>
                  <a:srgbClr val="FFFFFF"/>
                </a:solidFill>
              </a:uFill>
              <a:latin typeface="Times New Roman" panose="02020603050405020304"/>
              <a:ea typeface="SimSun" panose="02010600030101010101" pitchFamily="2" charset="-122"/>
            </a:endParaRPr>
          </a:p>
          <a:p>
            <a:pPr algn="l">
              <a:lnSpc>
                <a:spcPct val="100000"/>
              </a:lnSpc>
            </a:pPr>
            <a:r>
              <a:rPr lang="en-IN" sz="2400" b="0" strike="noStrike" spc="-1" dirty="0">
                <a:solidFill>
                  <a:srgbClr val="000000"/>
                </a:solidFill>
                <a:uFill>
                  <a:solidFill>
                    <a:srgbClr val="FFFFFF"/>
                  </a:solidFill>
                </a:uFill>
                <a:latin typeface="Times New Roman" panose="02020603050405020304"/>
                <a:ea typeface="SimSun" panose="02010600030101010101" pitchFamily="2" charset="-122"/>
              </a:rPr>
              <a:t>Submitted Date= 21/12/2025</a:t>
            </a:r>
            <a:endParaRPr lang="en-IN" sz="2400" b="0" strike="noStrike" spc="-1" dirty="0">
              <a:solidFill>
                <a:srgbClr val="000000"/>
              </a:solidFill>
              <a:uFill>
                <a:solidFill>
                  <a:srgbClr val="FFFFFF"/>
                </a:solidFill>
              </a:uFill>
              <a:latin typeface="Arial" panose="020B0604020202020204"/>
            </a:endParaRPr>
          </a:p>
          <a:p>
            <a:pPr algn="l">
              <a:lnSpc>
                <a:spcPct val="110000"/>
              </a:lnSpc>
            </a:pPr>
            <a:endParaRPr lang="en-IN" sz="1800" b="0" strike="noStrike" spc="-1" dirty="0">
              <a:solidFill>
                <a:srgbClr val="000000"/>
              </a:solidFill>
              <a:uFill>
                <a:solidFill>
                  <a:srgbClr val="FFFFFF"/>
                </a:solidFill>
              </a:uFill>
              <a:latin typeface="Arial" panose="020B0604020202020204"/>
            </a:endParaRPr>
          </a:p>
        </p:txBody>
      </p:sp>
      <p:sp>
        <p:nvSpPr>
          <p:cNvPr id="85" name="CustomShape 5"/>
          <p:cNvSpPr/>
          <p:nvPr/>
        </p:nvSpPr>
        <p:spPr>
          <a:xfrm>
            <a:off x="571635" y="5157325"/>
            <a:ext cx="2823480" cy="9126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endParaRPr lang="en-IN" sz="1800" b="1" strike="noStrike" spc="-1" dirty="0">
              <a:solidFill>
                <a:srgbClr val="000000"/>
              </a:solidFill>
              <a:uFill>
                <a:solidFill>
                  <a:srgbClr val="FFFFFF"/>
                </a:solidFill>
              </a:uFill>
              <a:latin typeface="Arial" panose="020B0604020202020204"/>
              <a:ea typeface="SimSun" panose="02010600030101010101" pitchFamily="2" charset="-122"/>
            </a:endParaRPr>
          </a:p>
          <a:p>
            <a:pPr>
              <a:lnSpc>
                <a:spcPct val="100000"/>
              </a:lnSpc>
            </a:pPr>
            <a:endParaRPr lang="en-IN" sz="1800" b="1" strike="noStrike" spc="-1" dirty="0">
              <a:solidFill>
                <a:srgbClr val="000000"/>
              </a:solidFill>
              <a:uFill>
                <a:solidFill>
                  <a:srgbClr val="FFFFFF"/>
                </a:solidFill>
              </a:uFill>
              <a:latin typeface="Arial" panose="020B0604020202020204"/>
              <a:ea typeface="SimSun" panose="02010600030101010101" pitchFamily="2" charset="-122"/>
            </a:endParaRPr>
          </a:p>
          <a:p>
            <a:pPr>
              <a:lnSpc>
                <a:spcPct val="30000"/>
              </a:lnSpc>
            </a:pPr>
            <a:endParaRPr lang="en-IN" sz="1800" b="0" strike="noStrike" spc="-1" dirty="0">
              <a:solidFill>
                <a:srgbClr val="000000"/>
              </a:solidFill>
              <a:uFill>
                <a:solidFill>
                  <a:srgbClr val="FFFFFF"/>
                </a:solidFill>
              </a:uFill>
              <a:latin typeface="Arial" panose="020B0604020202020204"/>
            </a:endParaRPr>
          </a:p>
          <a:p>
            <a:pPr>
              <a:lnSpc>
                <a:spcPct val="100000"/>
              </a:lnSpc>
            </a:pPr>
            <a:r>
              <a:rPr lang="en-IN" sz="1800" b="0" strike="noStrike" spc="-1" dirty="0">
                <a:solidFill>
                  <a:srgbClr val="000000"/>
                </a:solidFill>
                <a:uFill>
                  <a:solidFill>
                    <a:srgbClr val="FFFFFF"/>
                  </a:solidFill>
                </a:uFill>
                <a:latin typeface="Arial" panose="020B0604020202020204"/>
                <a:ea typeface="SimSun" panose="02010600030101010101" pitchFamily="2" charset="-122"/>
              </a:rPr>
              <a:t> </a:t>
            </a:r>
            <a:endParaRPr lang="en-IN" sz="1800" b="0" strike="noStrike" spc="-1" dirty="0">
              <a:solidFill>
                <a:srgbClr val="000000"/>
              </a:solidFill>
              <a:uFill>
                <a:solidFill>
                  <a:srgbClr val="FFFFFF"/>
                </a:solidFill>
              </a:uFill>
              <a:latin typeface="Arial" panose="020B0604020202020204"/>
            </a:endParaRPr>
          </a:p>
        </p:txBody>
      </p:sp>
      <p:pic>
        <p:nvPicPr>
          <p:cNvPr id="2" name="Picture 1">
            <a:extLst>
              <a:ext uri="{FF2B5EF4-FFF2-40B4-BE49-F238E27FC236}">
                <a16:creationId xmlns:a16="http://schemas.microsoft.com/office/drawing/2014/main" id="{C6EA2E4D-CC79-E85F-93C5-05E372354D01}"/>
              </a:ext>
            </a:extLst>
          </p:cNvPr>
          <p:cNvPicPr>
            <a:picLocks noChangeAspect="1"/>
          </p:cNvPicPr>
          <p:nvPr/>
        </p:nvPicPr>
        <p:blipFill>
          <a:blip r:embed="rId2"/>
          <a:stretch>
            <a:fillRect/>
          </a:stretch>
        </p:blipFill>
        <p:spPr>
          <a:xfrm>
            <a:off x="4148137" y="2211314"/>
            <a:ext cx="3895725" cy="1228725"/>
          </a:xfrm>
          <a:prstGeom prst="rect">
            <a:avLst/>
          </a:prstGeom>
        </p:spPr>
      </p:pic>
    </p:spTree>
  </p:cSld>
  <p:clrMapOvr>
    <a:masterClrMapping/>
  </p:clrMapOvr>
  <p:transition>
    <p:push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CustomShape 1"/>
          <p:cNvSpPr/>
          <p:nvPr/>
        </p:nvSpPr>
        <p:spPr>
          <a:xfrm>
            <a:off x="610140" y="666661"/>
            <a:ext cx="10971720" cy="11595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lstStyle/>
          <a:p>
            <a:endParaRPr lang="en-IN" b="0" strike="noStrike" spc="-1" dirty="0">
              <a:solidFill>
                <a:srgbClr val="000000"/>
              </a:solidFill>
              <a:uFill>
                <a:solidFill>
                  <a:srgbClr val="FFFFFF"/>
                </a:solidFill>
              </a:uFill>
              <a:latin typeface="Arial" panose="020B0604020202020204"/>
            </a:endParaRPr>
          </a:p>
          <a:p>
            <a:r>
              <a:rPr lang="en-IN" sz="2800" b="1" u="sng" strike="noStrike" spc="-1" dirty="0">
                <a:solidFill>
                  <a:srgbClr val="C00000"/>
                </a:solidFill>
                <a:uFill>
                  <a:solidFill>
                    <a:srgbClr val="FFFFFF"/>
                  </a:solidFill>
                </a:uFill>
                <a:latin typeface="Arial" panose="020B0604020202020204"/>
                <a:ea typeface="SimSun" panose="02010600030101010101" pitchFamily="2" charset="-122"/>
              </a:rPr>
              <a:t>Introduction</a:t>
            </a:r>
            <a:endParaRPr lang="en-IN" b="0" strike="noStrike" spc="-1" dirty="0">
              <a:solidFill>
                <a:srgbClr val="000000"/>
              </a:solidFill>
              <a:uFill>
                <a:solidFill>
                  <a:srgbClr val="FFFFFF"/>
                </a:solidFill>
              </a:uFill>
              <a:latin typeface="Arial" panose="020B0604020202020204"/>
            </a:endParaRPr>
          </a:p>
          <a:p>
            <a:endParaRPr lang="en-IN" b="0" strike="noStrike" spc="-1" dirty="0">
              <a:solidFill>
                <a:srgbClr val="000000"/>
              </a:solidFill>
              <a:uFill>
                <a:solidFill>
                  <a:srgbClr val="FFFFFF"/>
                </a:solidFill>
              </a:uFill>
              <a:latin typeface="Arial" panose="020B0604020202020204"/>
            </a:endParaRPr>
          </a:p>
          <a:p>
            <a:pPr>
              <a:lnSpc>
                <a:spcPct val="100000"/>
              </a:lnSpc>
            </a:pPr>
            <a:endParaRPr lang="en-IN" b="0" strike="noStrike" spc="-1" dirty="0">
              <a:solidFill>
                <a:srgbClr val="000000"/>
              </a:solidFill>
              <a:uFill>
                <a:solidFill>
                  <a:srgbClr val="FFFFFF"/>
                </a:solidFill>
              </a:uFill>
              <a:latin typeface="Arial" panose="020B0604020202020204"/>
            </a:endParaRPr>
          </a:p>
        </p:txBody>
      </p:sp>
      <p:sp>
        <p:nvSpPr>
          <p:cNvPr id="93" name="CustomShape 2"/>
          <p:cNvSpPr/>
          <p:nvPr/>
        </p:nvSpPr>
        <p:spPr>
          <a:xfrm>
            <a:off x="533160" y="1126988"/>
            <a:ext cx="9741151" cy="365569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marL="1270" algn="just">
              <a:lnSpc>
                <a:spcPct val="150000"/>
              </a:lnSpc>
              <a:buClr>
                <a:srgbClr val="000000"/>
              </a:buClr>
            </a:pPr>
            <a:endParaRPr lang="en-US" sz="2000" b="0" strike="noStrike" spc="-1" dirty="0">
              <a:solidFill>
                <a:srgbClr val="000000"/>
              </a:solidFill>
              <a:uFill>
                <a:solidFill>
                  <a:srgbClr val="FFFFFF"/>
                </a:solidFill>
              </a:uFill>
              <a:latin typeface="Arial" panose="020B0604020202020204"/>
            </a:endParaRPr>
          </a:p>
          <a:p>
            <a:pPr marL="285750" indent="-284480" algn="just">
              <a:lnSpc>
                <a:spcPct val="150000"/>
              </a:lnSpc>
              <a:buClr>
                <a:srgbClr val="000000"/>
              </a:buClr>
              <a:buFont typeface="Arial" panose="020B0604020202020204"/>
              <a:buChar char="•"/>
            </a:pPr>
            <a:endParaRPr lang="en-US" sz="2000" b="0" strike="noStrike" spc="-1" dirty="0">
              <a:solidFill>
                <a:srgbClr val="000000"/>
              </a:solidFill>
              <a:uFill>
                <a:solidFill>
                  <a:srgbClr val="FFFFFF"/>
                </a:solidFill>
              </a:uFill>
              <a:latin typeface="Arial" panose="020B0604020202020204"/>
            </a:endParaRPr>
          </a:p>
          <a:p>
            <a:pPr marL="1270" algn="just">
              <a:lnSpc>
                <a:spcPct val="150000"/>
              </a:lnSpc>
              <a:buClr>
                <a:srgbClr val="000000"/>
              </a:buClr>
            </a:pPr>
            <a:r>
              <a:rPr lang="en-US" sz="2000" b="0" strike="noStrike" spc="-1" dirty="0">
                <a:solidFill>
                  <a:srgbClr val="000000"/>
                </a:solidFill>
                <a:uFill>
                  <a:solidFill>
                    <a:srgbClr val="FFFFFF"/>
                  </a:solidFill>
                </a:uFill>
                <a:latin typeface="Arial" panose="020B0604020202020204"/>
              </a:rPr>
              <a:t>The "</a:t>
            </a:r>
            <a:r>
              <a:rPr lang="en-IN" sz="2000" strike="noStrike" spc="-1" dirty="0">
                <a:solidFill>
                  <a:schemeClr val="tx1"/>
                </a:solidFill>
                <a:uFill>
                  <a:solidFill>
                    <a:srgbClr val="FFFFFF"/>
                  </a:solidFill>
                </a:uFill>
                <a:latin typeface="+mj-lt"/>
                <a:ea typeface="SimSun" panose="02010600030101010101" pitchFamily="2" charset="-122"/>
              </a:rPr>
              <a:t>Ecommerce Sentiment Analysis</a:t>
            </a:r>
            <a:r>
              <a:rPr lang="en-US" sz="2000" b="0" strike="noStrike" spc="-1" dirty="0">
                <a:solidFill>
                  <a:srgbClr val="000000"/>
                </a:solidFill>
                <a:uFill>
                  <a:solidFill>
                    <a:srgbClr val="FFFFFF"/>
                  </a:solidFill>
                </a:uFill>
                <a:latin typeface="Arial" panose="020B0604020202020204"/>
              </a:rPr>
              <a:t>" project focuses on analyzing customer sentiment towards products available on Amazon. By using natural language processing (NLP) techniques, the project aims to extract and analyze customer reviews to understand the overall sentiment associated with different products and categories.</a:t>
            </a:r>
            <a:endParaRPr lang="en-IN" sz="2000" b="0" strike="noStrike" spc="-1" dirty="0">
              <a:solidFill>
                <a:srgbClr val="000000"/>
              </a:solidFill>
              <a:uFill>
                <a:solidFill>
                  <a:srgbClr val="FFFFFF"/>
                </a:solidFill>
              </a:uFill>
              <a:latin typeface="Arial" panose="020B0604020202020204"/>
            </a:endParaRPr>
          </a:p>
        </p:txBody>
      </p:sp>
      <p:sp>
        <p:nvSpPr>
          <p:cNvPr id="94" name="CustomShape 3"/>
          <p:cNvSpPr/>
          <p:nvPr/>
        </p:nvSpPr>
        <p:spPr>
          <a:xfrm>
            <a:off x="60948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endParaRPr lang="en-IN" sz="1800" b="0" strike="noStrike" spc="-1">
              <a:solidFill>
                <a:srgbClr val="000000"/>
              </a:solidFill>
              <a:uFill>
                <a:solidFill>
                  <a:srgbClr val="FFFFFF"/>
                </a:solidFill>
              </a:uFill>
              <a:latin typeface="Arial" panose="020B0604020202020204"/>
            </a:endParaRPr>
          </a:p>
        </p:txBody>
      </p:sp>
      <p:sp>
        <p:nvSpPr>
          <p:cNvPr id="95" name="CustomShape 4"/>
          <p:cNvSpPr/>
          <p:nvPr/>
        </p:nvSpPr>
        <p:spPr>
          <a:xfrm>
            <a:off x="873756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r">
              <a:lnSpc>
                <a:spcPct val="100000"/>
              </a:lnSpc>
            </a:pPr>
            <a:endParaRPr lang="en-IN" sz="1800" b="0" strike="noStrike" spc="-1" dirty="0">
              <a:solidFill>
                <a:srgbClr val="000000"/>
              </a:solidFill>
              <a:uFill>
                <a:solidFill>
                  <a:srgbClr val="FFFFFF"/>
                </a:solidFill>
              </a:uFill>
              <a:latin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389890" y="553720"/>
            <a:ext cx="11267440" cy="1569660"/>
          </a:xfrm>
          <a:prstGeom prst="rect">
            <a:avLst/>
          </a:prstGeom>
          <a:noFill/>
        </p:spPr>
        <p:txBody>
          <a:bodyPr wrap="square" rtlCol="0">
            <a:spAutoFit/>
          </a:bodyPr>
          <a:lstStyle/>
          <a:p>
            <a:pPr marL="1270" algn="just">
              <a:lnSpc>
                <a:spcPct val="150000"/>
              </a:lnSpc>
              <a:buClr>
                <a:srgbClr val="000000"/>
              </a:buClr>
            </a:pPr>
            <a:endParaRPr lang="en-IN" sz="2400" b="1" strike="noStrike" spc="-1" dirty="0">
              <a:solidFill>
                <a:srgbClr val="000000"/>
              </a:solidFill>
              <a:uFill>
                <a:solidFill>
                  <a:srgbClr val="FFFFFF"/>
                </a:solidFill>
              </a:uFill>
              <a:latin typeface="Arial" panose="020B0604020202020204"/>
            </a:endParaRPr>
          </a:p>
          <a:p>
            <a:pPr marL="285750" indent="-284480" algn="just">
              <a:lnSpc>
                <a:spcPct val="150000"/>
              </a:lnSpc>
              <a:buClr>
                <a:srgbClr val="000000"/>
              </a:buClr>
              <a:buFont typeface="Arial" panose="020B0604020202020204"/>
              <a:buChar char="•"/>
            </a:pPr>
            <a:endParaRPr lang="en-IN" sz="2400" b="0" strike="noStrike" spc="-1" dirty="0">
              <a:solidFill>
                <a:srgbClr val="000000"/>
              </a:solidFill>
              <a:uFill>
                <a:solidFill>
                  <a:srgbClr val="FFFFFF"/>
                </a:solidFill>
              </a:uFill>
              <a:latin typeface="Arial" panose="020B0604020202020204"/>
            </a:endParaRPr>
          </a:p>
          <a:p>
            <a:endParaRPr lang="en-IN" sz="2400" b="0" strike="noStrike" spc="-1" dirty="0">
              <a:solidFill>
                <a:srgbClr val="000000"/>
              </a:solidFill>
              <a:uFill>
                <a:solidFill>
                  <a:srgbClr val="FFFFFF"/>
                </a:solidFill>
              </a:uFill>
              <a:latin typeface="Arial" panose="020B0604020202020204"/>
            </a:endParaRPr>
          </a:p>
        </p:txBody>
      </p:sp>
      <p:pic>
        <p:nvPicPr>
          <p:cNvPr id="1028" name="Picture 4" descr="Sentiment Analysis using BERT">
            <a:extLst>
              <a:ext uri="{FF2B5EF4-FFF2-40B4-BE49-F238E27FC236}">
                <a16:creationId xmlns:a16="http://schemas.microsoft.com/office/drawing/2014/main" id="{3BA93698-016F-6EE4-8182-1BCF928254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4227"/>
          <a:stretch/>
        </p:blipFill>
        <p:spPr bwMode="auto">
          <a:xfrm>
            <a:off x="2065275" y="882614"/>
            <a:ext cx="7916670" cy="50927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CustomShape 1"/>
          <p:cNvSpPr/>
          <p:nvPr/>
        </p:nvSpPr>
        <p:spPr>
          <a:xfrm>
            <a:off x="367487" y="741798"/>
            <a:ext cx="10971720" cy="5814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lstStyle/>
          <a:p>
            <a:pPr>
              <a:lnSpc>
                <a:spcPct val="100000"/>
              </a:lnSpc>
            </a:pPr>
            <a:r>
              <a:rPr lang="en-IN" sz="2800" b="1" strike="noStrike" spc="-1" dirty="0">
                <a:solidFill>
                  <a:srgbClr val="C00000"/>
                </a:solidFill>
                <a:uFill>
                  <a:solidFill>
                    <a:srgbClr val="FFFFFF"/>
                  </a:solidFill>
                </a:uFill>
                <a:latin typeface="Arial" panose="020B0604020202020204"/>
                <a:ea typeface="SimSun" panose="02010600030101010101" pitchFamily="2" charset="-122"/>
              </a:rPr>
              <a:t>  Problem Statement</a:t>
            </a:r>
          </a:p>
        </p:txBody>
      </p:sp>
      <p:sp>
        <p:nvSpPr>
          <p:cNvPr id="97" name="CustomShape 2"/>
          <p:cNvSpPr/>
          <p:nvPr/>
        </p:nvSpPr>
        <p:spPr>
          <a:xfrm>
            <a:off x="609480" y="1174680"/>
            <a:ext cx="10971720" cy="49518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just">
              <a:lnSpc>
                <a:spcPct val="100000"/>
              </a:lnSpc>
            </a:pPr>
            <a:endParaRPr lang="en-IN" sz="1800" b="0" strike="noStrike" spc="-1">
              <a:solidFill>
                <a:srgbClr val="000000"/>
              </a:solidFill>
              <a:uFill>
                <a:solidFill>
                  <a:srgbClr val="FFFFFF"/>
                </a:solidFill>
              </a:uFill>
              <a:latin typeface="Arial" panose="020B0604020202020204"/>
            </a:endParaRPr>
          </a:p>
          <a:p>
            <a:pPr algn="just">
              <a:lnSpc>
                <a:spcPct val="100000"/>
              </a:lnSpc>
            </a:pPr>
            <a:endParaRPr lang="en-IN" sz="1800" b="0" strike="noStrike" spc="-1">
              <a:solidFill>
                <a:srgbClr val="000000"/>
              </a:solidFill>
              <a:uFill>
                <a:solidFill>
                  <a:srgbClr val="FFFFFF"/>
                </a:solidFill>
              </a:uFill>
              <a:latin typeface="Arial" panose="020B0604020202020204"/>
            </a:endParaRPr>
          </a:p>
          <a:p>
            <a:pPr algn="just">
              <a:lnSpc>
                <a:spcPct val="100000"/>
              </a:lnSpc>
            </a:pPr>
            <a:endParaRPr lang="en-IN" sz="1800" b="0" strike="noStrike" spc="-1">
              <a:solidFill>
                <a:srgbClr val="000000"/>
              </a:solidFill>
              <a:uFill>
                <a:solidFill>
                  <a:srgbClr val="FFFFFF"/>
                </a:solidFill>
              </a:uFill>
              <a:latin typeface="Arial" panose="020B0604020202020204"/>
            </a:endParaRPr>
          </a:p>
          <a:p>
            <a:pPr algn="just">
              <a:lnSpc>
                <a:spcPct val="100000"/>
              </a:lnSpc>
            </a:pPr>
            <a:endParaRPr lang="en-IN" sz="1800" b="0" strike="noStrike" spc="-1">
              <a:solidFill>
                <a:srgbClr val="000000"/>
              </a:solidFill>
              <a:uFill>
                <a:solidFill>
                  <a:srgbClr val="FFFFFF"/>
                </a:solidFill>
              </a:uFill>
              <a:latin typeface="Arial" panose="020B0604020202020204"/>
            </a:endParaRPr>
          </a:p>
          <a:p>
            <a:pPr>
              <a:lnSpc>
                <a:spcPct val="100000"/>
              </a:lnSpc>
            </a:pPr>
            <a:endParaRPr lang="en-IN" sz="1800" b="0" strike="noStrike" spc="-1">
              <a:solidFill>
                <a:srgbClr val="000000"/>
              </a:solidFill>
              <a:uFill>
                <a:solidFill>
                  <a:srgbClr val="FFFFFF"/>
                </a:solidFill>
              </a:uFill>
              <a:latin typeface="Arial" panose="020B0604020202020204"/>
            </a:endParaRPr>
          </a:p>
        </p:txBody>
      </p:sp>
      <p:sp>
        <p:nvSpPr>
          <p:cNvPr id="98" name="CustomShape 3"/>
          <p:cNvSpPr/>
          <p:nvPr/>
        </p:nvSpPr>
        <p:spPr>
          <a:xfrm>
            <a:off x="2489040" y="2850480"/>
            <a:ext cx="308880" cy="367200"/>
          </a:xfrm>
          <a:prstGeom prst="rect">
            <a:avLst/>
          </a:prstGeom>
          <a:noFill/>
          <a:ln>
            <a:noFill/>
          </a:ln>
        </p:spPr>
        <p:style>
          <a:lnRef idx="0">
            <a:srgbClr val="FFFFFF"/>
          </a:lnRef>
          <a:fillRef idx="0">
            <a:srgbClr val="FFFFFF"/>
          </a:fillRef>
          <a:effectRef idx="0">
            <a:srgbClr val="FFFFFF"/>
          </a:effectRef>
          <a:fontRef idx="minor"/>
        </p:style>
        <p:txBody>
          <a:bodyPr/>
          <a:lstStyle/>
          <a:p>
            <a:endParaRPr lang="en-IN"/>
          </a:p>
        </p:txBody>
      </p:sp>
      <p:sp>
        <p:nvSpPr>
          <p:cNvPr id="99" name="CustomShape 4"/>
          <p:cNvSpPr/>
          <p:nvPr/>
        </p:nvSpPr>
        <p:spPr>
          <a:xfrm>
            <a:off x="609480" y="988200"/>
            <a:ext cx="9941040" cy="19188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marL="635" indent="0" algn="just">
              <a:lnSpc>
                <a:spcPct val="100000"/>
              </a:lnSpc>
              <a:buClr>
                <a:srgbClr val="000000"/>
              </a:buClr>
              <a:buFont typeface="Arial" panose="020B0604020202020204"/>
              <a:buNone/>
            </a:pPr>
            <a:endParaRPr lang="en-IN" sz="2000" b="0" strike="noStrike" spc="-1">
              <a:solidFill>
                <a:srgbClr val="000000"/>
              </a:solidFill>
              <a:uFill>
                <a:solidFill>
                  <a:srgbClr val="FFFFFF"/>
                </a:solidFill>
              </a:uFill>
              <a:latin typeface="Arial" panose="020B0604020202020204"/>
              <a:ea typeface="SimSun" panose="02010600030101010101" pitchFamily="2" charset="-122"/>
            </a:endParaRPr>
          </a:p>
        </p:txBody>
      </p:sp>
      <p:sp>
        <p:nvSpPr>
          <p:cNvPr id="101" name="CustomShape 5"/>
          <p:cNvSpPr/>
          <p:nvPr/>
        </p:nvSpPr>
        <p:spPr>
          <a:xfrm>
            <a:off x="60948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102" name="CustomShape 6"/>
          <p:cNvSpPr/>
          <p:nvPr/>
        </p:nvSpPr>
        <p:spPr>
          <a:xfrm>
            <a:off x="873756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2" name="Text Box 1"/>
          <p:cNvSpPr txBox="1"/>
          <p:nvPr/>
        </p:nvSpPr>
        <p:spPr>
          <a:xfrm>
            <a:off x="482449" y="1786855"/>
            <a:ext cx="10405509" cy="3790205"/>
          </a:xfrm>
          <a:prstGeom prst="rect">
            <a:avLst/>
          </a:prstGeom>
          <a:noFill/>
        </p:spPr>
        <p:txBody>
          <a:bodyPr wrap="square" rtlCol="0">
            <a:spAutoFit/>
          </a:bodyPr>
          <a:lstStyle/>
          <a:p>
            <a:pPr algn="l">
              <a:lnSpc>
                <a:spcPct val="110000"/>
              </a:lnSpc>
            </a:pPr>
            <a:r>
              <a:rPr lang="en-US" sz="2000" b="1" dirty="0"/>
              <a:t>Amazon is an online shopping website that now caters to millions of people everywhere. Over 34,000 consumer reviews for Amazon brand products like Kindle, Fire TV Stick and more are provided.</a:t>
            </a:r>
          </a:p>
          <a:p>
            <a:pPr algn="l">
              <a:lnSpc>
                <a:spcPct val="110000"/>
              </a:lnSpc>
            </a:pPr>
            <a:endParaRPr lang="en-US" sz="2000" b="1" dirty="0"/>
          </a:p>
          <a:p>
            <a:pPr algn="l">
              <a:lnSpc>
                <a:spcPct val="110000"/>
              </a:lnSpc>
            </a:pPr>
            <a:r>
              <a:rPr lang="en-US" sz="2000" b="1" dirty="0"/>
              <a:t>The dataset has attributes like brand, categories, primary categories, reviews title, reviews text , and the sentiment. Sentiment is a categorical variable with three levels "Positive", "Negative“, and "Neutral". For a given unseen data, the sentiment needs to be predicted.</a:t>
            </a:r>
          </a:p>
          <a:p>
            <a:pPr algn="l">
              <a:lnSpc>
                <a:spcPct val="110000"/>
              </a:lnSpc>
            </a:pPr>
            <a:endParaRPr lang="en-US" sz="2000" b="1" dirty="0"/>
          </a:p>
          <a:p>
            <a:pPr algn="l">
              <a:lnSpc>
                <a:spcPct val="110000"/>
              </a:lnSpc>
            </a:pPr>
            <a:r>
              <a:rPr lang="en-US" sz="2000" b="1" dirty="0"/>
              <a:t>You are required to predict Sentiment or Satisfaction of a purchase based on multiple features and review text.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540B3-67D8-4A2D-E59F-32FD3E54EFD2}"/>
              </a:ext>
            </a:extLst>
          </p:cNvPr>
          <p:cNvSpPr>
            <a:spLocks noGrp="1"/>
          </p:cNvSpPr>
          <p:nvPr>
            <p:ph type="title"/>
          </p:nvPr>
        </p:nvSpPr>
        <p:spPr/>
        <p:txBody>
          <a:bodyPr/>
          <a:lstStyle/>
          <a:p>
            <a:r>
              <a:rPr lang="en-IN" dirty="0"/>
              <a:t> </a:t>
            </a:r>
            <a:r>
              <a:rPr lang="en-IN" sz="2800" b="1" dirty="0">
                <a:solidFill>
                  <a:srgbClr val="C00000"/>
                </a:solidFill>
                <a:latin typeface="+mj-lt"/>
              </a:rPr>
              <a:t>Objectives of the Project </a:t>
            </a:r>
          </a:p>
        </p:txBody>
      </p:sp>
      <p:sp>
        <p:nvSpPr>
          <p:cNvPr id="3" name="Subtitle 2">
            <a:extLst>
              <a:ext uri="{FF2B5EF4-FFF2-40B4-BE49-F238E27FC236}">
                <a16:creationId xmlns:a16="http://schemas.microsoft.com/office/drawing/2014/main" id="{323D16AB-F372-32D5-2561-ED75C73CF8BE}"/>
              </a:ext>
            </a:extLst>
          </p:cNvPr>
          <p:cNvSpPr>
            <a:spLocks noGrp="1"/>
          </p:cNvSpPr>
          <p:nvPr>
            <p:ph type="subTitle"/>
          </p:nvPr>
        </p:nvSpPr>
        <p:spPr>
          <a:xfrm>
            <a:off x="640736" y="1591073"/>
            <a:ext cx="10972440" cy="3977280"/>
          </a:xfrm>
        </p:spPr>
        <p:txBody>
          <a:bodyPr/>
          <a:lstStyle/>
          <a:p>
            <a:r>
              <a:rPr lang="en-IN" sz="2000" b="1" dirty="0">
                <a:solidFill>
                  <a:schemeClr val="tx1"/>
                </a:solidFill>
              </a:rPr>
              <a:t>● Understand the sentiment expressed in consumer reviews.</a:t>
            </a:r>
          </a:p>
          <a:p>
            <a:endParaRPr lang="en-IN" sz="2000" b="1" dirty="0">
              <a:solidFill>
                <a:schemeClr val="tx1"/>
              </a:solidFill>
            </a:endParaRPr>
          </a:p>
          <a:p>
            <a:r>
              <a:rPr lang="en-IN" sz="2000" b="1" dirty="0">
                <a:solidFill>
                  <a:schemeClr val="tx1"/>
                </a:solidFill>
              </a:rPr>
              <a:t>● Address class imbalance in sentiment categories.</a:t>
            </a:r>
          </a:p>
          <a:p>
            <a:endParaRPr lang="en-IN" sz="2000" b="1" dirty="0">
              <a:solidFill>
                <a:schemeClr val="tx1"/>
              </a:solidFill>
            </a:endParaRPr>
          </a:p>
          <a:p>
            <a:r>
              <a:rPr lang="en-IN" sz="2000" b="1" dirty="0">
                <a:solidFill>
                  <a:schemeClr val="tx1"/>
                </a:solidFill>
              </a:rPr>
              <a:t>● Implement classifiers and advanced techniques for sentiment analysis.</a:t>
            </a:r>
          </a:p>
          <a:p>
            <a:endParaRPr lang="en-IN" sz="2000" b="1" dirty="0">
              <a:solidFill>
                <a:schemeClr val="tx1"/>
              </a:solidFill>
            </a:endParaRPr>
          </a:p>
          <a:p>
            <a:r>
              <a:rPr lang="en-IN" sz="2000" b="1" dirty="0">
                <a:solidFill>
                  <a:schemeClr val="tx1"/>
                </a:solidFill>
              </a:rPr>
              <a:t>● Evaluate model performance using appropriate metrics.</a:t>
            </a:r>
          </a:p>
          <a:p>
            <a:endParaRPr lang="en-IN" sz="2000" b="1" dirty="0">
              <a:solidFill>
                <a:schemeClr val="tx1"/>
              </a:solidFill>
            </a:endParaRPr>
          </a:p>
          <a:p>
            <a:r>
              <a:rPr lang="en-IN" sz="2000" b="1" dirty="0">
                <a:solidFill>
                  <a:schemeClr val="tx1"/>
                </a:solidFill>
              </a:rPr>
              <a:t>● Compare traditional machine learning algorithms with neural network approaches.</a:t>
            </a:r>
          </a:p>
          <a:p>
            <a:endParaRPr lang="en-IN" sz="2000" b="1" dirty="0">
              <a:solidFill>
                <a:schemeClr val="tx1"/>
              </a:solidFill>
            </a:endParaRPr>
          </a:p>
          <a:p>
            <a:r>
              <a:rPr lang="en-IN" sz="2000" b="1" dirty="0">
                <a:solidFill>
                  <a:schemeClr val="tx1"/>
                </a:solidFill>
              </a:rPr>
              <a:t>● Explore topic </a:t>
            </a:r>
            <a:r>
              <a:rPr lang="en-IN" sz="2000" b="1" dirty="0" err="1">
                <a:solidFill>
                  <a:schemeClr val="tx1"/>
                </a:solidFill>
              </a:rPr>
              <a:t>modeling</a:t>
            </a:r>
            <a:r>
              <a:rPr lang="en-IN" sz="2000" b="1" dirty="0">
                <a:solidFill>
                  <a:schemeClr val="tx1"/>
                </a:solidFill>
              </a:rPr>
              <a:t> techniques for clustering similar reviews.</a:t>
            </a:r>
          </a:p>
        </p:txBody>
      </p:sp>
    </p:spTree>
    <p:extLst>
      <p:ext uri="{BB962C8B-B14F-4D97-AF65-F5344CB8AC3E}">
        <p14:creationId xmlns:p14="http://schemas.microsoft.com/office/powerpoint/2010/main" val="2123406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CustomShape 1"/>
          <p:cNvSpPr/>
          <p:nvPr/>
        </p:nvSpPr>
        <p:spPr>
          <a:xfrm>
            <a:off x="1341340" y="896115"/>
            <a:ext cx="10971720" cy="5814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lstStyle/>
          <a:p>
            <a:pP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104" name="CustomShape 2"/>
          <p:cNvSpPr/>
          <p:nvPr/>
        </p:nvSpPr>
        <p:spPr>
          <a:xfrm>
            <a:off x="1127955"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endParaRPr lang="en-IN" sz="1800" b="0" strike="noStrike" spc="-1">
              <a:solidFill>
                <a:srgbClr val="000000"/>
              </a:solidFill>
              <a:uFill>
                <a:solidFill>
                  <a:srgbClr val="FFFFFF"/>
                </a:solidFill>
              </a:uFill>
              <a:latin typeface="Arial" panose="020B0604020202020204"/>
            </a:endParaRPr>
          </a:p>
        </p:txBody>
      </p:sp>
      <p:sp>
        <p:nvSpPr>
          <p:cNvPr id="105" name="CustomShape 3"/>
          <p:cNvSpPr/>
          <p:nvPr/>
        </p:nvSpPr>
        <p:spPr>
          <a:xfrm>
            <a:off x="9256035"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2" name="Rounded Rectangle 1"/>
          <p:cNvSpPr/>
          <p:nvPr/>
        </p:nvSpPr>
        <p:spPr>
          <a:xfrm>
            <a:off x="7046910" y="236855"/>
            <a:ext cx="1627505" cy="81153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en-US" b="1" dirty="0"/>
              <a:t>D</a:t>
            </a:r>
            <a:r>
              <a:rPr lang="en-IN" altLang="en-US" b="1" dirty="0" err="1"/>
              <a:t>ata</a:t>
            </a:r>
            <a:r>
              <a:rPr lang="en-IN" altLang="en-US" b="1" dirty="0"/>
              <a:t> Input</a:t>
            </a:r>
          </a:p>
        </p:txBody>
      </p:sp>
      <p:sp>
        <p:nvSpPr>
          <p:cNvPr id="6" name="Rounded Rectangle 5"/>
          <p:cNvSpPr/>
          <p:nvPr/>
        </p:nvSpPr>
        <p:spPr>
          <a:xfrm>
            <a:off x="6254430" y="1772920"/>
            <a:ext cx="3628390" cy="1886585"/>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l"/>
            <a:endParaRPr lang="en-IN" altLang="en-US" dirty="0"/>
          </a:p>
          <a:p>
            <a:pPr algn="l"/>
            <a:endParaRPr lang="en-IN" altLang="en-US" dirty="0"/>
          </a:p>
          <a:p>
            <a:pPr algn="l"/>
            <a:r>
              <a:rPr lang="en-IN" altLang="en-US" dirty="0"/>
              <a:t>            </a:t>
            </a:r>
            <a:r>
              <a:rPr lang="en-IN" altLang="en-US" b="1" dirty="0"/>
              <a:t>Pre-Processing </a:t>
            </a:r>
          </a:p>
          <a:p>
            <a:pPr algn="l"/>
            <a:endParaRPr lang="en-IN" altLang="en-US" b="1" u="sng" dirty="0"/>
          </a:p>
          <a:p>
            <a:pPr algn="ctr">
              <a:lnSpc>
                <a:spcPct val="100000"/>
              </a:lnSpc>
            </a:pPr>
            <a:r>
              <a:rPr lang="en-IN" altLang="en-US" b="1" u="sng" dirty="0"/>
              <a:t>(</a:t>
            </a:r>
            <a:r>
              <a:rPr lang="en-IN" altLang="en-US" dirty="0">
                <a:sym typeface="+mn-ea"/>
              </a:rPr>
              <a:t>Clean missing values,</a:t>
            </a:r>
          </a:p>
          <a:p>
            <a:pPr algn="ctr">
              <a:lnSpc>
                <a:spcPct val="20000"/>
              </a:lnSpc>
            </a:pPr>
            <a:endParaRPr lang="en-IN" altLang="en-US" dirty="0"/>
          </a:p>
          <a:p>
            <a:pPr algn="ctr"/>
            <a:r>
              <a:rPr lang="en-IN" altLang="en-US" dirty="0">
                <a:sym typeface="+mn-ea"/>
              </a:rPr>
              <a:t>Selecting important features.)</a:t>
            </a:r>
            <a:endParaRPr lang="en-IN" altLang="en-US" dirty="0"/>
          </a:p>
          <a:p>
            <a:pPr algn="ctr"/>
            <a:endParaRPr lang="en-IN" altLang="en-US" dirty="0"/>
          </a:p>
          <a:p>
            <a:pPr algn="l"/>
            <a:endParaRPr lang="en-IN" altLang="en-US" b="1" u="sng" dirty="0"/>
          </a:p>
        </p:txBody>
      </p:sp>
      <p:sp>
        <p:nvSpPr>
          <p:cNvPr id="8" name="Rounded Rectangle 7"/>
          <p:cNvSpPr/>
          <p:nvPr/>
        </p:nvSpPr>
        <p:spPr>
          <a:xfrm>
            <a:off x="2051365" y="1917065"/>
            <a:ext cx="2930525" cy="104584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altLang="en-US" b="1" dirty="0"/>
              <a:t>Deep Learning(NLP</a:t>
            </a:r>
            <a:r>
              <a:rPr lang="en-IN" altLang="en-US" b="1" u="sng" dirty="0"/>
              <a:t>)</a:t>
            </a:r>
          </a:p>
        </p:txBody>
      </p:sp>
      <p:sp>
        <p:nvSpPr>
          <p:cNvPr id="10" name="Rounded Rectangle 9"/>
          <p:cNvSpPr/>
          <p:nvPr/>
        </p:nvSpPr>
        <p:spPr>
          <a:xfrm>
            <a:off x="2365689" y="3665031"/>
            <a:ext cx="2301875" cy="83058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just"/>
            <a:r>
              <a:rPr lang="en-IN" sz="2000" b="1" i="0" dirty="0">
                <a:solidFill>
                  <a:srgbClr val="1F2328"/>
                </a:solidFill>
                <a:effectLst/>
                <a:latin typeface="-apple-system"/>
              </a:rPr>
              <a:t>Sentiment Analysis</a:t>
            </a:r>
          </a:p>
          <a:p>
            <a:pPr algn="just"/>
            <a:r>
              <a:rPr lang="en-IN" altLang="en-US" sz="2000" b="1" dirty="0">
                <a:solidFill>
                  <a:srgbClr val="1F2328"/>
                </a:solidFill>
                <a:latin typeface="-apple-system"/>
              </a:rPr>
              <a:t>using NLTK</a:t>
            </a:r>
            <a:endParaRPr lang="en-IN" altLang="en-US" sz="2000" dirty="0"/>
          </a:p>
        </p:txBody>
      </p:sp>
      <p:sp>
        <p:nvSpPr>
          <p:cNvPr id="11" name="Rounded Rectangle 10"/>
          <p:cNvSpPr/>
          <p:nvPr/>
        </p:nvSpPr>
        <p:spPr>
          <a:xfrm>
            <a:off x="2544125" y="5445125"/>
            <a:ext cx="1945005" cy="67183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lnSpc>
                <a:spcPct val="230000"/>
              </a:lnSpc>
            </a:pPr>
            <a:r>
              <a:rPr lang="en-IN" altLang="en-US" b="1" dirty="0"/>
              <a:t>Run Model</a:t>
            </a:r>
          </a:p>
          <a:p>
            <a:pPr algn="ctr"/>
            <a:endParaRPr lang="en-IN" altLang="en-US" dirty="0"/>
          </a:p>
        </p:txBody>
      </p:sp>
      <p:sp>
        <p:nvSpPr>
          <p:cNvPr id="12" name="Rounded Rectangle 11"/>
          <p:cNvSpPr/>
          <p:nvPr/>
        </p:nvSpPr>
        <p:spPr>
          <a:xfrm>
            <a:off x="6827200" y="5483860"/>
            <a:ext cx="2179320" cy="62738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ltLang="en-US" sz="1200" dirty="0"/>
          </a:p>
          <a:p>
            <a:pPr algn="ctr"/>
            <a:r>
              <a:rPr lang="en-IN" altLang="en-US" b="1" u="sng" dirty="0"/>
              <a:t>Visualization</a:t>
            </a:r>
            <a:r>
              <a:rPr lang="en-IN" altLang="en-US" sz="1400" b="1" u="sng" dirty="0"/>
              <a:t>.</a:t>
            </a:r>
            <a:r>
              <a:rPr lang="en-IN" altLang="en-US" sz="1200" dirty="0"/>
              <a:t>.</a:t>
            </a:r>
          </a:p>
          <a:p>
            <a:pPr algn="ctr"/>
            <a:endParaRPr lang="en-IN" altLang="en-US" sz="1200" dirty="0"/>
          </a:p>
        </p:txBody>
      </p:sp>
      <p:sp>
        <p:nvSpPr>
          <p:cNvPr id="21" name="Text Box 20"/>
          <p:cNvSpPr txBox="1"/>
          <p:nvPr/>
        </p:nvSpPr>
        <p:spPr>
          <a:xfrm>
            <a:off x="420320" y="525165"/>
            <a:ext cx="3773805" cy="523220"/>
          </a:xfrm>
          <a:prstGeom prst="rect">
            <a:avLst/>
          </a:prstGeom>
          <a:noFill/>
        </p:spPr>
        <p:txBody>
          <a:bodyPr wrap="square" rtlCol="0">
            <a:spAutoFit/>
          </a:bodyPr>
          <a:lstStyle/>
          <a:p>
            <a:pPr algn="l"/>
            <a:r>
              <a:rPr lang="en-IN" altLang="en-US" sz="2800" b="1" dirty="0">
                <a:solidFill>
                  <a:srgbClr val="C00000"/>
                </a:solidFill>
                <a:latin typeface="+mj-lt"/>
                <a:cs typeface="+mj-lt"/>
                <a:sym typeface="+mn-ea"/>
              </a:rPr>
              <a:t>System A</a:t>
            </a:r>
            <a:r>
              <a:rPr lang="en-IN" altLang="en-US" sz="2800" b="1" dirty="0">
                <a:solidFill>
                  <a:srgbClr val="C00000"/>
                </a:solidFill>
                <a:latin typeface="+mj-lt"/>
                <a:cs typeface="+mj-lt"/>
              </a:rPr>
              <a:t>rchitecture</a:t>
            </a:r>
          </a:p>
        </p:txBody>
      </p:sp>
      <p:cxnSp>
        <p:nvCxnSpPr>
          <p:cNvPr id="23" name="Straight Arrow Connector 22"/>
          <p:cNvCxnSpPr>
            <a:stCxn id="2" idx="2"/>
          </p:cNvCxnSpPr>
          <p:nvPr/>
        </p:nvCxnSpPr>
        <p:spPr>
          <a:xfrm>
            <a:off x="7860980" y="1048385"/>
            <a:ext cx="635" cy="7708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a:endCxn id="12" idx="0"/>
          </p:cNvCxnSpPr>
          <p:nvPr/>
        </p:nvCxnSpPr>
        <p:spPr>
          <a:xfrm>
            <a:off x="7909240" y="3732530"/>
            <a:ext cx="7620" cy="17513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flipV="1">
            <a:off x="4958395" y="2493010"/>
            <a:ext cx="1293495" cy="273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8" idx="2"/>
            <a:endCxn id="10" idx="0"/>
          </p:cNvCxnSpPr>
          <p:nvPr/>
        </p:nvCxnSpPr>
        <p:spPr>
          <a:xfrm flipH="1">
            <a:off x="3516627" y="2962910"/>
            <a:ext cx="1" cy="7021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0" idx="2"/>
            <a:endCxn id="11" idx="0"/>
          </p:cNvCxnSpPr>
          <p:nvPr/>
        </p:nvCxnSpPr>
        <p:spPr>
          <a:xfrm>
            <a:off x="3516627" y="4495611"/>
            <a:ext cx="1" cy="9495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51180" y="2250153"/>
            <a:ext cx="10171430" cy="6858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altLang="en-US" sz="2000" b="1" dirty="0">
                <a:sym typeface="+mn-ea"/>
              </a:rPr>
              <a:t>2) Data Preprocessing</a:t>
            </a:r>
            <a:endParaRPr lang="en-US" altLang="en-US" sz="2000" b="1" dirty="0">
              <a:sym typeface="+mn-ea"/>
            </a:endParaRPr>
          </a:p>
        </p:txBody>
      </p:sp>
      <p:sp>
        <p:nvSpPr>
          <p:cNvPr id="5" name="Rounded Rectangle 4"/>
          <p:cNvSpPr/>
          <p:nvPr/>
        </p:nvSpPr>
        <p:spPr>
          <a:xfrm>
            <a:off x="551180" y="1019592"/>
            <a:ext cx="10171430" cy="6858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l"/>
            <a:endParaRPr lang="en-IN" altLang="en-US" b="1" dirty="0"/>
          </a:p>
          <a:p>
            <a:pPr algn="l"/>
            <a:r>
              <a:rPr lang="en-IN" altLang="en-US" sz="2000" b="1" dirty="0"/>
              <a:t>1) Text Review</a:t>
            </a:r>
            <a:endParaRPr lang="en-US" sz="2000" b="1" dirty="0"/>
          </a:p>
          <a:p>
            <a:pPr algn="l"/>
            <a:r>
              <a:rPr lang="en-IN" altLang="en-US" b="1" dirty="0"/>
              <a:t> </a:t>
            </a:r>
            <a:r>
              <a:rPr lang="en-IN" altLang="en-US" dirty="0"/>
              <a:t> </a:t>
            </a:r>
          </a:p>
        </p:txBody>
      </p:sp>
      <p:sp>
        <p:nvSpPr>
          <p:cNvPr id="6" name="Rounded Rectangle 5"/>
          <p:cNvSpPr/>
          <p:nvPr/>
        </p:nvSpPr>
        <p:spPr>
          <a:xfrm>
            <a:off x="551180" y="3429000"/>
            <a:ext cx="10171430" cy="6858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altLang="en-US" sz="2000" b="1" dirty="0">
                <a:sym typeface="+mn-ea"/>
              </a:rPr>
              <a:t>3)</a:t>
            </a:r>
            <a:r>
              <a:rPr lang="en-US" sz="2000" b="1" dirty="0">
                <a:sym typeface="+mn-ea"/>
              </a:rPr>
              <a:t> Sentiment Analysis</a:t>
            </a:r>
            <a:endParaRPr lang="en-US" altLang="en-US" sz="2000" b="1" dirty="0">
              <a:sym typeface="+mn-ea"/>
            </a:endParaRPr>
          </a:p>
        </p:txBody>
      </p:sp>
      <p:sp>
        <p:nvSpPr>
          <p:cNvPr id="7" name="Rounded Rectangle 6"/>
          <p:cNvSpPr/>
          <p:nvPr/>
        </p:nvSpPr>
        <p:spPr>
          <a:xfrm>
            <a:off x="551180" y="4536050"/>
            <a:ext cx="10171430" cy="6858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altLang="en-US" sz="2000" b="1" dirty="0">
                <a:sym typeface="+mn-ea"/>
              </a:rPr>
              <a:t>4) Sentiment Classification</a:t>
            </a:r>
            <a:endParaRPr lang="en-US" altLang="en-US" sz="2000" b="1" dirty="0">
              <a:sym typeface="+mn-ea"/>
            </a:endParaRPr>
          </a:p>
        </p:txBody>
      </p:sp>
      <p:sp>
        <p:nvSpPr>
          <p:cNvPr id="8" name="Rounded Rectangle 7"/>
          <p:cNvSpPr/>
          <p:nvPr/>
        </p:nvSpPr>
        <p:spPr>
          <a:xfrm>
            <a:off x="551180" y="5654675"/>
            <a:ext cx="10171430" cy="6858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altLang="en-US" sz="2000" b="1" dirty="0">
                <a:sym typeface="+mn-ea"/>
              </a:rPr>
              <a:t>5) Result</a:t>
            </a:r>
            <a:endParaRPr lang="en-US" altLang="en-US" sz="2000" b="1" dirty="0">
              <a:sym typeface="+mn-ea"/>
            </a:endParaRPr>
          </a:p>
        </p:txBody>
      </p:sp>
      <p:sp>
        <p:nvSpPr>
          <p:cNvPr id="2" name="Text Box 1"/>
          <p:cNvSpPr txBox="1"/>
          <p:nvPr/>
        </p:nvSpPr>
        <p:spPr>
          <a:xfrm>
            <a:off x="551815" y="188595"/>
            <a:ext cx="4208011" cy="830997"/>
          </a:xfrm>
          <a:prstGeom prst="rect">
            <a:avLst/>
          </a:prstGeom>
          <a:noFill/>
        </p:spPr>
        <p:txBody>
          <a:bodyPr wrap="none" rtlCol="0">
            <a:spAutoFit/>
          </a:bodyPr>
          <a:lstStyle/>
          <a:p>
            <a:r>
              <a:rPr lang="en-IN" altLang="en-US" sz="2400" b="1" dirty="0">
                <a:solidFill>
                  <a:srgbClr val="C00000"/>
                </a:solidFill>
              </a:rPr>
              <a:t>Sentiment Analysis model:-</a:t>
            </a:r>
          </a:p>
          <a:p>
            <a:endParaRPr lang="en-IN" altLang="en-US" sz="2400" b="1" dirty="0">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1"/>
          <p:cNvSpPr/>
          <p:nvPr/>
        </p:nvSpPr>
        <p:spPr>
          <a:xfrm>
            <a:off x="421605" y="213431"/>
            <a:ext cx="10971720" cy="5814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lstStyle/>
          <a:p>
            <a:pPr>
              <a:lnSpc>
                <a:spcPct val="100000"/>
              </a:lnSpc>
            </a:pPr>
            <a:r>
              <a:rPr lang="en-US" sz="2400" b="1" strike="noStrike" spc="-1" dirty="0">
                <a:solidFill>
                  <a:srgbClr val="C00000"/>
                </a:solidFill>
                <a:uFill>
                  <a:solidFill>
                    <a:srgbClr val="FFFFFF"/>
                  </a:solidFill>
                </a:uFill>
                <a:latin typeface="Arial" panose="020B0604020202020204"/>
                <a:ea typeface="SimSun" panose="02010600030101010101" pitchFamily="2" charset="-122"/>
              </a:rPr>
              <a:t>Machine Learning A</a:t>
            </a:r>
            <a:r>
              <a:rPr lang="en-US" sz="2400" b="1" spc="-1" dirty="0">
                <a:solidFill>
                  <a:srgbClr val="C00000"/>
                </a:solidFill>
                <a:uFill>
                  <a:solidFill>
                    <a:srgbClr val="FFFFFF"/>
                  </a:solidFill>
                </a:uFill>
                <a:latin typeface="Arial" panose="020B0604020202020204"/>
                <a:ea typeface="SimSun" panose="02010600030101010101" pitchFamily="2" charset="-122"/>
              </a:rPr>
              <a:t>lgorithms</a:t>
            </a:r>
            <a:endParaRPr lang="en-IN" sz="2400" b="1" strike="noStrike" spc="-1" dirty="0">
              <a:solidFill>
                <a:srgbClr val="C00000"/>
              </a:solidFill>
              <a:uFill>
                <a:solidFill>
                  <a:srgbClr val="FFFFFF"/>
                </a:solidFill>
              </a:uFill>
              <a:latin typeface="Arial" panose="020B0604020202020204"/>
              <a:ea typeface="SimSun" panose="02010600030101010101" pitchFamily="2" charset="-122"/>
            </a:endParaRPr>
          </a:p>
        </p:txBody>
      </p:sp>
      <p:sp>
        <p:nvSpPr>
          <p:cNvPr id="134" name="CustomShape 2"/>
          <p:cNvSpPr/>
          <p:nvPr/>
        </p:nvSpPr>
        <p:spPr>
          <a:xfrm>
            <a:off x="609480" y="541839"/>
            <a:ext cx="11331575" cy="6162797"/>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endParaRPr lang="en-IN" sz="2800" b="1" u="sng" spc="-1" dirty="0">
              <a:solidFill>
                <a:srgbClr val="000000"/>
              </a:solidFill>
              <a:uFill>
                <a:solidFill>
                  <a:srgbClr val="FFFFFF"/>
                </a:solidFill>
              </a:uFill>
              <a:latin typeface="Arial" panose="020B0604020202020204"/>
            </a:endParaRPr>
          </a:p>
          <a:p>
            <a:r>
              <a:rPr lang="en-US" altLang="en-IN" sz="2000" b="1" strike="noStrike" spc="-1" dirty="0">
                <a:solidFill>
                  <a:srgbClr val="000000"/>
                </a:solidFill>
                <a:uFill>
                  <a:solidFill>
                    <a:srgbClr val="FFFFFF"/>
                  </a:solidFill>
                </a:uFill>
                <a:latin typeface="Arial" panose="020B0604020202020204"/>
              </a:rPr>
              <a:t>NLP(Natural Language Processing) </a:t>
            </a:r>
            <a:r>
              <a:rPr lang="en-IN" sz="2000" b="1" strike="noStrike" spc="-1" dirty="0">
                <a:solidFill>
                  <a:srgbClr val="000000"/>
                </a:solidFill>
                <a:uFill>
                  <a:solidFill>
                    <a:srgbClr val="FFFFFF"/>
                  </a:solidFill>
                </a:uFill>
                <a:latin typeface="Arial" panose="020B0604020202020204"/>
              </a:rPr>
              <a:t>–</a:t>
            </a:r>
          </a:p>
          <a:p>
            <a:pPr>
              <a:lnSpc>
                <a:spcPct val="100000"/>
              </a:lnSpc>
            </a:pPr>
            <a:endParaRPr lang="en-IN" sz="3200" u="sng" spc="-1" dirty="0">
              <a:solidFill>
                <a:srgbClr val="000000"/>
              </a:solidFill>
              <a:uFill>
                <a:solidFill>
                  <a:srgbClr val="FFFFFF"/>
                </a:solidFill>
              </a:uFill>
              <a:latin typeface="Arial" panose="020B0604020202020204"/>
            </a:endParaRPr>
          </a:p>
          <a:p>
            <a:pPr marL="514350" indent="-514350">
              <a:lnSpc>
                <a:spcPct val="100000"/>
              </a:lnSpc>
              <a:buAutoNum type="arabicPeriod"/>
            </a:pPr>
            <a:r>
              <a:rPr lang="en-IN" sz="2000" b="0" strike="noStrike" spc="-1" dirty="0">
                <a:solidFill>
                  <a:srgbClr val="000000"/>
                </a:solidFill>
                <a:uFill>
                  <a:solidFill>
                    <a:srgbClr val="FFFFFF"/>
                  </a:solidFill>
                </a:uFill>
                <a:latin typeface="Arial" panose="020B0604020202020204"/>
              </a:rPr>
              <a:t>Text Processing :-</a:t>
            </a:r>
          </a:p>
          <a:p>
            <a:pPr marL="514350" indent="-514350">
              <a:lnSpc>
                <a:spcPct val="100000"/>
              </a:lnSpc>
              <a:buAutoNum type="arabicPeriod"/>
            </a:pPr>
            <a:endParaRPr lang="en-IN" sz="2400" b="0" strike="noStrike" spc="-1" dirty="0">
              <a:solidFill>
                <a:srgbClr val="000000"/>
              </a:solidFill>
              <a:uFill>
                <a:solidFill>
                  <a:srgbClr val="FFFFFF"/>
                </a:solidFill>
              </a:uFill>
              <a:latin typeface="Arial" panose="020B0604020202020204"/>
            </a:endParaRPr>
          </a:p>
          <a:p>
            <a:pPr marL="800100" lvl="1" indent="-342900">
              <a:buFont typeface="Wingdings" panose="05000000000000000000" pitchFamily="2" charset="2"/>
              <a:buChar char="q"/>
            </a:pPr>
            <a:r>
              <a:rPr lang="en-US" sz="1600" b="1" u="sng" strike="noStrike" spc="-1" dirty="0">
                <a:solidFill>
                  <a:srgbClr val="000000"/>
                </a:solidFill>
                <a:uFill>
                  <a:solidFill>
                    <a:srgbClr val="FFFFFF"/>
                  </a:solidFill>
                </a:uFill>
                <a:latin typeface="Arial" panose="020B0604020202020204"/>
              </a:rPr>
              <a:t> </a:t>
            </a:r>
            <a:r>
              <a:rPr lang="en-US" sz="1600" spc="-1" dirty="0">
                <a:solidFill>
                  <a:srgbClr val="000000"/>
                </a:solidFill>
                <a:uFill>
                  <a:solidFill>
                    <a:srgbClr val="FFFFFF"/>
                  </a:solidFill>
                </a:uFill>
                <a:latin typeface="Arial" panose="020B0604020202020204"/>
              </a:rPr>
              <a:t>T</a:t>
            </a:r>
            <a:r>
              <a:rPr lang="en-US" sz="1600" strike="noStrike" spc="-1" dirty="0">
                <a:solidFill>
                  <a:srgbClr val="000000"/>
                </a:solidFill>
                <a:uFill>
                  <a:solidFill>
                    <a:srgbClr val="FFFFFF"/>
                  </a:solidFill>
                </a:uFill>
                <a:latin typeface="Arial" panose="020B0604020202020204"/>
              </a:rPr>
              <a:t>okenization (splitting text into words or sentences) </a:t>
            </a:r>
          </a:p>
          <a:p>
            <a:pPr marL="800100" lvl="1" indent="-342900">
              <a:buFont typeface="Wingdings" panose="05000000000000000000" pitchFamily="2" charset="2"/>
              <a:buChar char="q"/>
            </a:pPr>
            <a:r>
              <a:rPr lang="en-US" sz="1600" spc="-1" dirty="0">
                <a:solidFill>
                  <a:srgbClr val="000000"/>
                </a:solidFill>
                <a:uFill>
                  <a:solidFill>
                    <a:srgbClr val="FFFFFF"/>
                  </a:solidFill>
                </a:uFill>
                <a:latin typeface="Arial" panose="020B0604020202020204"/>
              </a:rPr>
              <a:t> S</a:t>
            </a:r>
            <a:r>
              <a:rPr lang="en-US" sz="1600" strike="noStrike" spc="-1" dirty="0">
                <a:solidFill>
                  <a:srgbClr val="000000"/>
                </a:solidFill>
                <a:uFill>
                  <a:solidFill>
                    <a:srgbClr val="FFFFFF"/>
                  </a:solidFill>
                </a:uFill>
                <a:latin typeface="Arial" panose="020B0604020202020204"/>
              </a:rPr>
              <a:t>temming (reducing words to their base form)</a:t>
            </a:r>
          </a:p>
          <a:p>
            <a:pPr marL="800100" lvl="1" indent="-342900">
              <a:buFont typeface="Wingdings" panose="05000000000000000000" pitchFamily="2" charset="2"/>
              <a:buChar char="q"/>
            </a:pPr>
            <a:r>
              <a:rPr lang="en-US" sz="1600" strike="noStrike" spc="-1" dirty="0">
                <a:solidFill>
                  <a:srgbClr val="000000"/>
                </a:solidFill>
                <a:uFill>
                  <a:solidFill>
                    <a:srgbClr val="FFFFFF"/>
                  </a:solidFill>
                </a:uFill>
                <a:latin typeface="Arial" panose="020B0604020202020204"/>
              </a:rPr>
              <a:t> Lemmatization (reducing words to their dictionary form)</a:t>
            </a:r>
          </a:p>
          <a:p>
            <a:pPr marL="800100" lvl="1" indent="-342900">
              <a:buFont typeface="Arial" panose="020B0604020202020204" pitchFamily="34" charset="0"/>
              <a:buChar char="•"/>
            </a:pPr>
            <a:endParaRPr lang="en-IN" sz="1600" u="sng" strike="noStrike" spc="-1" dirty="0">
              <a:solidFill>
                <a:srgbClr val="000000"/>
              </a:solidFill>
              <a:uFill>
                <a:solidFill>
                  <a:srgbClr val="FFFFFF"/>
                </a:solidFill>
              </a:uFill>
              <a:latin typeface="Arial" panose="020B0604020202020204"/>
            </a:endParaRPr>
          </a:p>
          <a:p>
            <a:pPr>
              <a:lnSpc>
                <a:spcPct val="100000"/>
              </a:lnSpc>
            </a:pPr>
            <a:r>
              <a:rPr lang="en-IN" sz="2000" spc="-1" dirty="0">
                <a:solidFill>
                  <a:srgbClr val="000000"/>
                </a:solidFill>
                <a:uFill>
                  <a:solidFill>
                    <a:srgbClr val="FFFFFF"/>
                  </a:solidFill>
                </a:uFill>
                <a:latin typeface="Arial" panose="020B0604020202020204"/>
              </a:rPr>
              <a:t>2</a:t>
            </a:r>
            <a:r>
              <a:rPr lang="en-IN" sz="2400" b="0" strike="noStrike" spc="-1" dirty="0">
                <a:solidFill>
                  <a:srgbClr val="000000"/>
                </a:solidFill>
                <a:uFill>
                  <a:solidFill>
                    <a:srgbClr val="FFFFFF"/>
                  </a:solidFill>
                </a:uFill>
                <a:latin typeface="Arial" panose="020B0604020202020204"/>
              </a:rPr>
              <a:t>.   </a:t>
            </a:r>
            <a:r>
              <a:rPr lang="en-IN" sz="2000" b="0" strike="noStrike" spc="-1" dirty="0">
                <a:solidFill>
                  <a:srgbClr val="000000"/>
                </a:solidFill>
                <a:uFill>
                  <a:solidFill>
                    <a:srgbClr val="FFFFFF"/>
                  </a:solidFill>
                </a:uFill>
                <a:latin typeface="Arial" panose="020B0604020202020204"/>
              </a:rPr>
              <a:t>Sentiment Analysis :-</a:t>
            </a:r>
          </a:p>
          <a:p>
            <a:pPr>
              <a:lnSpc>
                <a:spcPct val="100000"/>
              </a:lnSpc>
            </a:pPr>
            <a:endParaRPr lang="en-US" sz="1600" u="sng" spc="-1" dirty="0">
              <a:solidFill>
                <a:srgbClr val="000000"/>
              </a:solidFill>
              <a:uFill>
                <a:solidFill>
                  <a:srgbClr val="FFFFFF"/>
                </a:solidFill>
              </a:uFill>
              <a:latin typeface="Arial" panose="020B0604020202020204"/>
            </a:endParaRPr>
          </a:p>
          <a:p>
            <a:pPr marL="800100" lvl="1" indent="-342900">
              <a:buFont typeface="Wingdings" panose="05000000000000000000" pitchFamily="2" charset="2"/>
              <a:buChar char="q"/>
            </a:pPr>
            <a:r>
              <a:rPr lang="en-US" sz="1600" b="1" strike="noStrike" spc="-1" dirty="0">
                <a:solidFill>
                  <a:srgbClr val="000000"/>
                </a:solidFill>
                <a:uFill>
                  <a:solidFill>
                    <a:srgbClr val="FFFFFF"/>
                  </a:solidFill>
                </a:uFill>
                <a:latin typeface="Arial" panose="020B0604020202020204"/>
              </a:rPr>
              <a:t> </a:t>
            </a:r>
            <a:r>
              <a:rPr lang="en-US" sz="1600" spc="-1" dirty="0">
                <a:solidFill>
                  <a:srgbClr val="000000"/>
                </a:solidFill>
                <a:uFill>
                  <a:solidFill>
                    <a:srgbClr val="FFFFFF"/>
                  </a:solidFill>
                </a:uFill>
                <a:latin typeface="Arial" panose="020B0604020202020204"/>
              </a:rPr>
              <a:t>Emotional tone expressed in text</a:t>
            </a:r>
          </a:p>
          <a:p>
            <a:pPr marL="800100" lvl="1" indent="-342900">
              <a:buFont typeface="Wingdings" panose="05000000000000000000" pitchFamily="2" charset="2"/>
              <a:buChar char="q"/>
            </a:pPr>
            <a:r>
              <a:rPr lang="en-US" sz="1600" spc="-1" dirty="0">
                <a:solidFill>
                  <a:srgbClr val="000000"/>
                </a:solidFill>
                <a:uFill>
                  <a:solidFill>
                    <a:srgbClr val="FFFFFF"/>
                  </a:solidFill>
                </a:uFill>
                <a:latin typeface="Arial" panose="020B0604020202020204"/>
              </a:rPr>
              <a:t> Review is positive or negative.</a:t>
            </a:r>
          </a:p>
          <a:p>
            <a:pPr lvl="1"/>
            <a:endParaRPr lang="en-IN" sz="2000" b="0" strike="noStrike" spc="-1" dirty="0">
              <a:solidFill>
                <a:srgbClr val="000000"/>
              </a:solidFill>
              <a:uFill>
                <a:solidFill>
                  <a:srgbClr val="FFFFFF"/>
                </a:solidFill>
              </a:uFill>
              <a:latin typeface="Arial" panose="020B0604020202020204"/>
            </a:endParaRPr>
          </a:p>
          <a:p>
            <a:pPr>
              <a:lnSpc>
                <a:spcPct val="100000"/>
              </a:lnSpc>
            </a:pPr>
            <a:r>
              <a:rPr lang="en-IN" sz="2000" b="0" strike="noStrike" spc="-1" dirty="0">
                <a:solidFill>
                  <a:srgbClr val="000000"/>
                </a:solidFill>
                <a:uFill>
                  <a:solidFill>
                    <a:srgbClr val="FFFFFF"/>
                  </a:solidFill>
                </a:uFill>
                <a:latin typeface="Arial" panose="020B0604020202020204"/>
              </a:rPr>
              <a:t>3.   Text Summarization :-</a:t>
            </a:r>
          </a:p>
          <a:p>
            <a:pPr>
              <a:lnSpc>
                <a:spcPct val="100000"/>
              </a:lnSpc>
            </a:pPr>
            <a:endParaRPr lang="en-IN" sz="2400" b="0" strike="noStrike" spc="-1" dirty="0">
              <a:solidFill>
                <a:srgbClr val="000000"/>
              </a:solidFill>
              <a:uFill>
                <a:solidFill>
                  <a:srgbClr val="FFFFFF"/>
                </a:solidFill>
              </a:uFill>
              <a:latin typeface="Arial" panose="020B0604020202020204"/>
            </a:endParaRPr>
          </a:p>
          <a:p>
            <a:pPr marL="914400" lvl="1" indent="-457200">
              <a:buFont typeface="Wingdings" panose="05000000000000000000" pitchFamily="2" charset="2"/>
              <a:buChar char="q"/>
            </a:pPr>
            <a:r>
              <a:rPr lang="en-US" sz="1600" spc="-1" dirty="0">
                <a:solidFill>
                  <a:srgbClr val="000000"/>
                </a:solidFill>
                <a:uFill>
                  <a:solidFill>
                    <a:srgbClr val="FFFFFF"/>
                  </a:solidFill>
                </a:uFill>
                <a:latin typeface="Arial" panose="020B0604020202020204"/>
              </a:rPr>
              <a:t>Summaries of long texts, making it easier for users to grasp the main points</a:t>
            </a:r>
            <a:endParaRPr lang="en-IN" sz="1600" spc="-1" dirty="0">
              <a:solidFill>
                <a:srgbClr val="000000"/>
              </a:solidFill>
              <a:uFill>
                <a:solidFill>
                  <a:srgbClr val="FFFFFF"/>
                </a:solidFill>
              </a:uFill>
              <a:latin typeface="Arial" panose="020B0604020202020204"/>
            </a:endParaRPr>
          </a:p>
          <a:p>
            <a:pPr>
              <a:lnSpc>
                <a:spcPct val="100000"/>
              </a:lnSpc>
            </a:pPr>
            <a:endParaRPr lang="en-IN" sz="3200" b="0" strike="noStrike" spc="-1" dirty="0">
              <a:solidFill>
                <a:srgbClr val="000000"/>
              </a:solidFill>
              <a:uFill>
                <a:solidFill>
                  <a:srgbClr val="FFFFFF"/>
                </a:solidFill>
              </a:uFill>
              <a:latin typeface="Arial" panose="020B0604020202020204"/>
            </a:endParaRPr>
          </a:p>
          <a:p>
            <a:pPr>
              <a:lnSpc>
                <a:spcPct val="100000"/>
              </a:lnSpc>
            </a:pPr>
            <a:endParaRPr lang="en-IN" sz="3200" b="0" strike="noStrike" spc="-1" dirty="0">
              <a:solidFill>
                <a:srgbClr val="000000"/>
              </a:solidFill>
              <a:uFill>
                <a:solidFill>
                  <a:srgbClr val="FFFFFF"/>
                </a:solidFill>
              </a:uFill>
              <a:latin typeface="Arial" panose="020B0604020202020204"/>
            </a:endParaRPr>
          </a:p>
          <a:p>
            <a:pPr marL="457200" indent="-457200">
              <a:lnSpc>
                <a:spcPct val="100000"/>
              </a:lnSpc>
              <a:buAutoNum type="arabicParenR"/>
            </a:pPr>
            <a:endParaRPr lang="en-IN" sz="3200" b="0" strike="noStrike" spc="-1" dirty="0">
              <a:solidFill>
                <a:srgbClr val="000000"/>
              </a:solidFill>
              <a:uFill>
                <a:solidFill>
                  <a:srgbClr val="FFFFFF"/>
                </a:solidFill>
              </a:uFill>
              <a:latin typeface="Arial" panose="020B0604020202020204"/>
            </a:endParaRPr>
          </a:p>
          <a:p>
            <a:pPr>
              <a:lnSpc>
                <a:spcPct val="100000"/>
              </a:lnSpc>
            </a:pPr>
            <a:endParaRPr lang="en-IN" sz="3200" b="0" strike="noStrike" spc="-1" dirty="0">
              <a:solidFill>
                <a:srgbClr val="000000"/>
              </a:solidFill>
              <a:uFill>
                <a:solidFill>
                  <a:srgbClr val="FFFFFF"/>
                </a:solidFill>
              </a:uFill>
              <a:latin typeface="Arial" panose="020B0604020202020204"/>
            </a:endParaRPr>
          </a:p>
          <a:p>
            <a:pPr>
              <a:lnSpc>
                <a:spcPct val="100000"/>
              </a:lnSpc>
            </a:pPr>
            <a:endParaRPr lang="en-IN" sz="2000" b="0" strike="noStrike" spc="-1" dirty="0">
              <a:solidFill>
                <a:srgbClr val="000000"/>
              </a:solidFill>
              <a:uFill>
                <a:solidFill>
                  <a:srgbClr val="FFFFFF"/>
                </a:solidFill>
              </a:uFill>
              <a:latin typeface="Arial" panose="020B0604020202020204"/>
            </a:endParaRPr>
          </a:p>
          <a:p>
            <a:pPr>
              <a:lnSpc>
                <a:spcPct val="100000"/>
              </a:lnSpc>
            </a:pPr>
            <a:endParaRPr lang="en-US" sz="3200" b="1" i="0" dirty="0">
              <a:solidFill>
                <a:srgbClr val="374151"/>
              </a:solidFill>
              <a:effectLst/>
              <a:latin typeface="Söhne"/>
            </a:endParaRPr>
          </a:p>
          <a:p>
            <a:pPr marL="457200" indent="-457200">
              <a:lnSpc>
                <a:spcPct val="100000"/>
              </a:lnSpc>
              <a:buFont typeface="+mj-lt"/>
              <a:buAutoNum type="arabicPeriod"/>
            </a:pPr>
            <a:endParaRPr lang="en-IN" sz="2400" spc="-1" dirty="0">
              <a:solidFill>
                <a:srgbClr val="000000"/>
              </a:solidFill>
              <a:uFill>
                <a:solidFill>
                  <a:srgbClr val="FFFFFF"/>
                </a:solidFill>
              </a:uFill>
              <a:latin typeface="Arial" panose="020B0604020202020204"/>
            </a:endParaRPr>
          </a:p>
          <a:p>
            <a:pPr>
              <a:lnSpc>
                <a:spcPct val="100000"/>
              </a:lnSpc>
            </a:pPr>
            <a:endParaRPr lang="en-IN" sz="2800" b="0" strike="noStrike" spc="-1" dirty="0">
              <a:solidFill>
                <a:srgbClr val="000000"/>
              </a:solidFill>
              <a:uFill>
                <a:solidFill>
                  <a:srgbClr val="FFFFFF"/>
                </a:solidFill>
              </a:uFill>
              <a:latin typeface="Arial" panose="020B0604020202020204"/>
            </a:endParaRPr>
          </a:p>
          <a:p>
            <a:pPr>
              <a:lnSpc>
                <a:spcPct val="150000"/>
              </a:lnSpc>
            </a:pPr>
            <a:endParaRPr lang="en-IN" sz="2800" b="0" strike="noStrike" spc="-1" dirty="0">
              <a:solidFill>
                <a:srgbClr val="000000"/>
              </a:solidFill>
              <a:uFill>
                <a:solidFill>
                  <a:srgbClr val="FFFFFF"/>
                </a:solidFill>
              </a:uFill>
              <a:latin typeface="Arial" panose="020B0604020202020204"/>
            </a:endParaRPr>
          </a:p>
          <a:p>
            <a:pPr>
              <a:lnSpc>
                <a:spcPct val="150000"/>
              </a:lnSpc>
            </a:pPr>
            <a:endParaRPr lang="en-IN" sz="2000" b="0" strike="noStrike" spc="-1" dirty="0">
              <a:solidFill>
                <a:srgbClr val="000000"/>
              </a:solidFill>
              <a:uFill>
                <a:solidFill>
                  <a:srgbClr val="FFFFFF"/>
                </a:solidFill>
              </a:uFill>
              <a:latin typeface="Arial" panose="020B0604020202020204"/>
            </a:endParaRPr>
          </a:p>
        </p:txBody>
      </p:sp>
      <p:sp>
        <p:nvSpPr>
          <p:cNvPr id="135" name="CustomShape 3"/>
          <p:cNvSpPr/>
          <p:nvPr/>
        </p:nvSpPr>
        <p:spPr>
          <a:xfrm>
            <a:off x="60948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endParaRPr lang="en-IN" sz="1800" b="0" strike="noStrike" spc="-1">
              <a:solidFill>
                <a:srgbClr val="000000"/>
              </a:solidFill>
              <a:uFill>
                <a:solidFill>
                  <a:srgbClr val="FFFFFF"/>
                </a:solidFill>
              </a:uFill>
              <a:latin typeface="Arial" panose="020B0604020202020204"/>
            </a:endParaRPr>
          </a:p>
        </p:txBody>
      </p:sp>
      <p:sp>
        <p:nvSpPr>
          <p:cNvPr id="136" name="CustomShape 4"/>
          <p:cNvSpPr/>
          <p:nvPr/>
        </p:nvSpPr>
        <p:spPr>
          <a:xfrm>
            <a:off x="873756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r">
              <a:lnSpc>
                <a:spcPct val="100000"/>
              </a:lnSpc>
            </a:pPr>
            <a:endParaRPr lang="en-IN" sz="1800" b="0" strike="noStrike" spc="-1" dirty="0">
              <a:solidFill>
                <a:srgbClr val="000000"/>
              </a:solidFill>
              <a:uFill>
                <a:solidFill>
                  <a:srgbClr val="FFFFFF"/>
                </a:solidFill>
              </a:uFill>
              <a:latin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CustomShape 1"/>
          <p:cNvSpPr/>
          <p:nvPr/>
        </p:nvSpPr>
        <p:spPr>
          <a:xfrm>
            <a:off x="975240" y="379980"/>
            <a:ext cx="10971720" cy="54597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marL="285750" indent="-285750">
              <a:lnSpc>
                <a:spcPct val="100000"/>
              </a:lnSpc>
              <a:buFont typeface="Arial" panose="020B0604020202020204" pitchFamily="34" charset="0"/>
              <a:buChar char="•"/>
            </a:pPr>
            <a:endParaRPr lang="en-IN" sz="2000" b="0" strike="noStrike" spc="-1" dirty="0">
              <a:solidFill>
                <a:srgbClr val="000000"/>
              </a:solidFill>
              <a:uFill>
                <a:solidFill>
                  <a:srgbClr val="FFFFFF"/>
                </a:solidFill>
              </a:uFill>
              <a:latin typeface="Arial" panose="020B0604020202020204"/>
            </a:endParaRPr>
          </a:p>
          <a:p>
            <a:r>
              <a:rPr lang="en-US" sz="2000" b="1" dirty="0">
                <a:solidFill>
                  <a:srgbClr val="374151"/>
                </a:solidFill>
                <a:latin typeface="Söhne"/>
              </a:rPr>
              <a:t>2) </a:t>
            </a:r>
            <a:r>
              <a:rPr lang="en-US" altLang="en-IN" sz="2000" b="1" strike="noStrike" spc="-1" dirty="0">
                <a:solidFill>
                  <a:srgbClr val="000000"/>
                </a:solidFill>
                <a:uFill>
                  <a:solidFill>
                    <a:srgbClr val="FFFFFF"/>
                  </a:solidFill>
                </a:uFill>
                <a:latin typeface="Arial" panose="020B0604020202020204"/>
              </a:rPr>
              <a:t>Sentiment Analyzer </a:t>
            </a:r>
            <a:r>
              <a:rPr lang="en-IN" sz="2000" b="1" strike="noStrike" spc="-1" dirty="0">
                <a:solidFill>
                  <a:srgbClr val="000000"/>
                </a:solidFill>
                <a:uFill>
                  <a:solidFill>
                    <a:srgbClr val="FFFFFF"/>
                  </a:solidFill>
                </a:uFill>
                <a:latin typeface="Arial" panose="020B0604020202020204"/>
              </a:rPr>
              <a:t>–</a:t>
            </a:r>
            <a:r>
              <a:rPr lang="en-IN" sz="2000" b="0" strike="noStrike" spc="-1" dirty="0">
                <a:solidFill>
                  <a:srgbClr val="000000"/>
                </a:solidFill>
                <a:uFill>
                  <a:solidFill>
                    <a:srgbClr val="FFFFFF"/>
                  </a:solidFill>
                </a:uFill>
                <a:latin typeface="Arial" panose="020B0604020202020204"/>
              </a:rPr>
              <a:t> </a:t>
            </a:r>
          </a:p>
          <a:p>
            <a:endParaRPr lang="en-IN" sz="2000" b="0" strike="noStrike" spc="-1" dirty="0">
              <a:solidFill>
                <a:srgbClr val="000000"/>
              </a:solidFill>
              <a:uFill>
                <a:solidFill>
                  <a:srgbClr val="FFFFFF"/>
                </a:solidFill>
              </a:uFill>
              <a:latin typeface="Arial" panose="020B0604020202020204"/>
            </a:endParaRPr>
          </a:p>
          <a:p>
            <a:pPr marL="457200" indent="-457200">
              <a:lnSpc>
                <a:spcPct val="100000"/>
              </a:lnSpc>
              <a:buFont typeface="Wingdings" panose="05000000000000000000" pitchFamily="2" charset="2"/>
              <a:buChar char="q"/>
            </a:pPr>
            <a:r>
              <a:rPr lang="en-US" sz="1600" b="0" i="0" dirty="0">
                <a:solidFill>
                  <a:srgbClr val="374151"/>
                </a:solidFill>
                <a:effectLst/>
                <a:latin typeface="+mj-lt"/>
              </a:rPr>
              <a:t>NLTK (Natural Language Toolkit) is a widely-used Python library for natural language processing tasks.</a:t>
            </a:r>
          </a:p>
          <a:p>
            <a:pPr marL="285750" indent="-285750">
              <a:lnSpc>
                <a:spcPct val="100000"/>
              </a:lnSpc>
              <a:buFont typeface="Wingdings" panose="05000000000000000000" pitchFamily="2" charset="2"/>
              <a:buChar char="q"/>
            </a:pPr>
            <a:endParaRPr lang="en-US" sz="1600" dirty="0">
              <a:solidFill>
                <a:srgbClr val="374151"/>
              </a:solidFill>
              <a:latin typeface="+mj-lt"/>
            </a:endParaRPr>
          </a:p>
          <a:p>
            <a:pPr marL="342900" indent="-342900">
              <a:lnSpc>
                <a:spcPct val="100000"/>
              </a:lnSpc>
              <a:buFont typeface="Wingdings" panose="05000000000000000000" pitchFamily="2" charset="2"/>
              <a:buChar char="q"/>
            </a:pPr>
            <a:r>
              <a:rPr lang="en-US" sz="1600" b="0" i="0" dirty="0">
                <a:solidFill>
                  <a:srgbClr val="374151"/>
                </a:solidFill>
                <a:effectLst/>
                <a:latin typeface="+mj-lt"/>
              </a:rPr>
              <a:t>It provides various tools and resources that can be leveraged to create a simple sentiment analyzer.</a:t>
            </a:r>
          </a:p>
          <a:p>
            <a:pPr marL="342900" indent="-342900">
              <a:lnSpc>
                <a:spcPct val="100000"/>
              </a:lnSpc>
              <a:buAutoNum type="arabicPeriod" startAt="2"/>
            </a:pPr>
            <a:endParaRPr lang="en-US" sz="1600" dirty="0">
              <a:solidFill>
                <a:srgbClr val="374151"/>
              </a:solidFill>
              <a:latin typeface="+mj-lt"/>
            </a:endParaRPr>
          </a:p>
          <a:p>
            <a:pPr marL="342900" indent="-342900">
              <a:lnSpc>
                <a:spcPct val="100000"/>
              </a:lnSpc>
              <a:buAutoNum type="arabicPeriod" startAt="2"/>
            </a:pPr>
            <a:endParaRPr lang="en-US" sz="1600" dirty="0">
              <a:solidFill>
                <a:srgbClr val="374151"/>
              </a:solidFill>
              <a:latin typeface="+mj-lt"/>
            </a:endParaRPr>
          </a:p>
          <a:p>
            <a:pPr marL="342900" indent="-342900">
              <a:lnSpc>
                <a:spcPct val="100000"/>
              </a:lnSpc>
              <a:buAutoNum type="arabicPeriod" startAt="2"/>
            </a:pPr>
            <a:endParaRPr lang="en-US" sz="1600" dirty="0">
              <a:solidFill>
                <a:srgbClr val="374151"/>
              </a:solidFill>
              <a:latin typeface="+mj-lt"/>
            </a:endParaRPr>
          </a:p>
          <a:p>
            <a:r>
              <a:rPr lang="en-US" sz="2000" b="1" dirty="0">
                <a:solidFill>
                  <a:srgbClr val="374151"/>
                </a:solidFill>
                <a:latin typeface="+mj-lt"/>
              </a:rPr>
              <a:t> Tools and Technologies</a:t>
            </a:r>
            <a:r>
              <a:rPr lang="en-IN" sz="2000" b="1" strike="noStrike" spc="-1" dirty="0">
                <a:solidFill>
                  <a:srgbClr val="000000"/>
                </a:solidFill>
                <a:uFill>
                  <a:solidFill>
                    <a:srgbClr val="FFFFFF"/>
                  </a:solidFill>
                </a:uFill>
                <a:latin typeface="+mj-lt"/>
              </a:rPr>
              <a:t>– </a:t>
            </a:r>
          </a:p>
          <a:p>
            <a:pPr>
              <a:lnSpc>
                <a:spcPct val="100000"/>
              </a:lnSpc>
            </a:pPr>
            <a:endParaRPr lang="en-US" sz="1600" dirty="0">
              <a:solidFill>
                <a:srgbClr val="374151"/>
              </a:solidFill>
              <a:latin typeface="+mj-lt"/>
            </a:endParaRPr>
          </a:p>
          <a:p>
            <a:pPr marL="285750" indent="-285750">
              <a:lnSpc>
                <a:spcPct val="100000"/>
              </a:lnSpc>
              <a:buFont typeface="Arial" panose="020B0604020202020204" pitchFamily="34" charset="0"/>
              <a:buChar char="•"/>
            </a:pPr>
            <a:r>
              <a:rPr lang="en-US" sz="1600" b="1" i="0" dirty="0">
                <a:solidFill>
                  <a:srgbClr val="374151"/>
                </a:solidFill>
                <a:effectLst/>
                <a:latin typeface="+mj-lt"/>
              </a:rPr>
              <a:t>Programming Languages</a:t>
            </a:r>
            <a:r>
              <a:rPr lang="en-US" sz="1600" b="0" i="0" dirty="0">
                <a:solidFill>
                  <a:srgbClr val="374151"/>
                </a:solidFill>
                <a:effectLst/>
                <a:latin typeface="+mj-lt"/>
              </a:rPr>
              <a:t>: Python</a:t>
            </a:r>
          </a:p>
          <a:p>
            <a:pPr>
              <a:lnSpc>
                <a:spcPct val="100000"/>
              </a:lnSpc>
            </a:pPr>
            <a:endParaRPr lang="en-US" sz="1600" b="0" i="0" dirty="0">
              <a:solidFill>
                <a:srgbClr val="374151"/>
              </a:solidFill>
              <a:effectLst/>
              <a:latin typeface="+mj-lt"/>
            </a:endParaRPr>
          </a:p>
          <a:p>
            <a:pPr marL="285750" indent="-285750">
              <a:lnSpc>
                <a:spcPct val="100000"/>
              </a:lnSpc>
              <a:buFont typeface="Arial" panose="020B0604020202020204" pitchFamily="34" charset="0"/>
              <a:buChar char="•"/>
            </a:pPr>
            <a:r>
              <a:rPr lang="en-US" sz="1600" b="1" i="0" dirty="0">
                <a:solidFill>
                  <a:srgbClr val="374151"/>
                </a:solidFill>
                <a:effectLst/>
                <a:latin typeface="+mj-lt"/>
              </a:rPr>
              <a:t>Other Tools </a:t>
            </a:r>
            <a:r>
              <a:rPr lang="en-US" sz="1600" b="0" i="0" dirty="0">
                <a:solidFill>
                  <a:srgbClr val="374151"/>
                </a:solidFill>
                <a:effectLst/>
                <a:latin typeface="+mj-lt"/>
              </a:rPr>
              <a:t>:  Jupyter  Notebook for development and experimentation.</a:t>
            </a:r>
          </a:p>
          <a:p>
            <a:pPr>
              <a:lnSpc>
                <a:spcPct val="100000"/>
              </a:lnSpc>
            </a:pPr>
            <a:endParaRPr lang="en-US" sz="1600" b="0" i="0" dirty="0">
              <a:solidFill>
                <a:srgbClr val="374151"/>
              </a:solidFill>
              <a:effectLst/>
              <a:latin typeface="+mj-lt"/>
            </a:endParaRPr>
          </a:p>
          <a:p>
            <a:pPr marL="285750" indent="-285750">
              <a:lnSpc>
                <a:spcPct val="100000"/>
              </a:lnSpc>
              <a:buFont typeface="Arial" panose="020B0604020202020204" pitchFamily="34" charset="0"/>
              <a:buChar char="•"/>
            </a:pPr>
            <a:r>
              <a:rPr lang="en-US" sz="1600" b="1" i="0" dirty="0">
                <a:solidFill>
                  <a:srgbClr val="374151"/>
                </a:solidFill>
                <a:effectLst/>
                <a:latin typeface="+mj-lt"/>
              </a:rPr>
              <a:t>Text Processing</a:t>
            </a:r>
            <a:r>
              <a:rPr lang="en-US" sz="1600" b="0" i="0" dirty="0">
                <a:solidFill>
                  <a:srgbClr val="374151"/>
                </a:solidFill>
                <a:effectLst/>
                <a:latin typeface="+mj-lt"/>
              </a:rPr>
              <a:t>:  NLTK (Natural Language Toolkit) for text preprocessing</a:t>
            </a:r>
          </a:p>
          <a:p>
            <a:pPr>
              <a:lnSpc>
                <a:spcPct val="100000"/>
              </a:lnSpc>
            </a:pPr>
            <a:r>
              <a:rPr lang="en-US" sz="1600" b="0" i="0" dirty="0">
                <a:solidFill>
                  <a:srgbClr val="374151"/>
                </a:solidFill>
                <a:effectLst/>
                <a:latin typeface="+mj-lt"/>
              </a:rPr>
              <a:t>                                    TfidfVectorizer  from Scikit-learn for converting text to  Tf-Idf scores</a:t>
            </a:r>
          </a:p>
          <a:p>
            <a:pPr>
              <a:lnSpc>
                <a:spcPct val="100000"/>
              </a:lnSpc>
            </a:pPr>
            <a:endParaRPr lang="en-US" sz="1600" b="0" i="0" dirty="0">
              <a:solidFill>
                <a:srgbClr val="374151"/>
              </a:solidFill>
              <a:effectLst/>
              <a:latin typeface="+mj-lt"/>
            </a:endParaRPr>
          </a:p>
          <a:p>
            <a:pPr marL="285750" indent="-285750">
              <a:lnSpc>
                <a:spcPct val="100000"/>
              </a:lnSpc>
              <a:buFont typeface="Arial" panose="020B0604020202020204" pitchFamily="34" charset="0"/>
              <a:buChar char="•"/>
            </a:pPr>
            <a:r>
              <a:rPr lang="en-US" sz="1600" b="1" i="0" dirty="0">
                <a:solidFill>
                  <a:srgbClr val="374151"/>
                </a:solidFill>
                <a:effectLst/>
                <a:latin typeface="+mj-lt"/>
              </a:rPr>
              <a:t>Visualization</a:t>
            </a:r>
            <a:r>
              <a:rPr lang="en-US" sz="1600" b="0" i="0" dirty="0">
                <a:solidFill>
                  <a:srgbClr val="374151"/>
                </a:solidFill>
                <a:effectLst/>
                <a:latin typeface="+mj-lt"/>
              </a:rPr>
              <a:t>: Matplotlib and Seaborn for data visualization.</a:t>
            </a:r>
          </a:p>
          <a:p>
            <a:pPr>
              <a:lnSpc>
                <a:spcPct val="110000"/>
              </a:lnSpc>
            </a:pPr>
            <a:endParaRPr lang="en-IN" sz="1600" strike="noStrike" spc="-1" dirty="0">
              <a:solidFill>
                <a:srgbClr val="000000"/>
              </a:solidFill>
              <a:uFill>
                <a:solidFill>
                  <a:srgbClr val="FFFFFF"/>
                </a:solidFill>
              </a:uFill>
              <a:latin typeface="+mj-lt"/>
            </a:endParaRPr>
          </a:p>
        </p:txBody>
      </p:sp>
      <p:sp>
        <p:nvSpPr>
          <p:cNvPr id="138" name="CustomShape 2"/>
          <p:cNvSpPr/>
          <p:nvPr/>
        </p:nvSpPr>
        <p:spPr>
          <a:xfrm>
            <a:off x="60948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139" name="CustomShape 3"/>
          <p:cNvSpPr/>
          <p:nvPr/>
        </p:nvSpPr>
        <p:spPr>
          <a:xfrm>
            <a:off x="873756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r">
              <a:lnSpc>
                <a:spcPct val="100000"/>
              </a:lnSpc>
            </a:pPr>
            <a:endParaRPr lang="en-IN" sz="1800" b="0" strike="noStrike" spc="-1" dirty="0">
              <a:solidFill>
                <a:srgbClr val="000000"/>
              </a:solidFill>
              <a:uFill>
                <a:solidFill>
                  <a:srgbClr val="FFFFFF"/>
                </a:solidFill>
              </a:uFill>
              <a:latin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609480" y="190440"/>
            <a:ext cx="10971720" cy="581400"/>
          </a:xfrm>
          <a:prstGeom prst="rect">
            <a:avLst/>
          </a:prstGeom>
          <a:noFill/>
          <a:ln>
            <a:noFill/>
          </a:ln>
        </p:spPr>
        <p:style>
          <a:lnRef idx="0">
            <a:srgbClr val="FFFFFF"/>
          </a:lnRef>
          <a:fillRef idx="0">
            <a:srgbClr val="FFFFFF"/>
          </a:fillRef>
          <a:effectRef idx="0">
            <a:srgbClr val="FFFFFF"/>
          </a:effectRef>
          <a:fontRef idx="minor"/>
        </p:style>
        <p:txBody>
          <a:bodyPr lIns="0" tIns="0" rIns="0" bIns="0" anchor="ctr"/>
          <a:lstStyle/>
          <a:p>
            <a:endParaRPr lang="en-IN" sz="2800" b="1" u="sng" strike="noStrike" spc="-1" dirty="0">
              <a:solidFill>
                <a:srgbClr val="C00000"/>
              </a:solidFill>
              <a:uFill>
                <a:solidFill>
                  <a:srgbClr val="FFFFFF"/>
                </a:solidFill>
              </a:uFill>
              <a:latin typeface="Arial" panose="020B0604020202020204"/>
              <a:ea typeface="DejaVu Sans"/>
            </a:endParaRPr>
          </a:p>
          <a:p>
            <a:endParaRPr lang="en-IN" sz="2800" b="1" u="sng" spc="-1" dirty="0">
              <a:solidFill>
                <a:srgbClr val="C00000"/>
              </a:solidFill>
              <a:uFill>
                <a:solidFill>
                  <a:srgbClr val="FFFFFF"/>
                </a:solidFill>
              </a:uFill>
              <a:latin typeface="Arial" panose="020B0604020202020204"/>
              <a:ea typeface="DejaVu Sans"/>
            </a:endParaRPr>
          </a:p>
          <a:p>
            <a:endParaRPr lang="en-IN" sz="2800" b="1" u="sng" strike="noStrike" spc="-1" dirty="0">
              <a:solidFill>
                <a:srgbClr val="C00000"/>
              </a:solidFill>
              <a:uFill>
                <a:solidFill>
                  <a:srgbClr val="FFFFFF"/>
                </a:solidFill>
              </a:uFill>
              <a:latin typeface="Arial" panose="020B0604020202020204"/>
              <a:ea typeface="DejaVu Sans"/>
            </a:endParaRPr>
          </a:p>
          <a:p>
            <a:endParaRPr lang="en-IN" sz="2800" b="1" u="sng" spc="-1" dirty="0">
              <a:solidFill>
                <a:srgbClr val="C00000"/>
              </a:solidFill>
              <a:uFill>
                <a:solidFill>
                  <a:srgbClr val="FFFFFF"/>
                </a:solidFill>
              </a:uFill>
              <a:latin typeface="Arial" panose="020B0604020202020204"/>
              <a:ea typeface="DejaVu Sans"/>
            </a:endParaRPr>
          </a:p>
          <a:p>
            <a:endParaRPr lang="en-IN" sz="2800" b="1" u="sng" strike="noStrike" spc="-1" dirty="0">
              <a:solidFill>
                <a:srgbClr val="C00000"/>
              </a:solidFill>
              <a:uFill>
                <a:solidFill>
                  <a:srgbClr val="FFFFFF"/>
                </a:solidFill>
              </a:uFill>
              <a:latin typeface="Arial" panose="020B0604020202020204"/>
              <a:ea typeface="DejaVu Sans"/>
            </a:endParaRPr>
          </a:p>
          <a:p>
            <a:endParaRPr lang="en-IN" sz="2800" b="1" u="sng" spc="-1" dirty="0">
              <a:solidFill>
                <a:srgbClr val="C00000"/>
              </a:solidFill>
              <a:uFill>
                <a:solidFill>
                  <a:srgbClr val="FFFFFF"/>
                </a:solidFill>
              </a:uFill>
              <a:latin typeface="Arial" panose="020B0604020202020204"/>
              <a:ea typeface="DejaVu Sans"/>
            </a:endParaRPr>
          </a:p>
          <a:p>
            <a:endParaRPr lang="en-IN" sz="2800" b="1" u="sng" strike="noStrike" spc="-1" dirty="0">
              <a:solidFill>
                <a:srgbClr val="C00000"/>
              </a:solidFill>
              <a:uFill>
                <a:solidFill>
                  <a:srgbClr val="FFFFFF"/>
                </a:solidFill>
              </a:uFill>
              <a:latin typeface="Arial" panose="020B0604020202020204"/>
              <a:ea typeface="DejaVu Sans"/>
            </a:endParaRPr>
          </a:p>
          <a:p>
            <a:endParaRPr lang="en-IN" sz="2800" b="1" u="sng" spc="-1" dirty="0">
              <a:solidFill>
                <a:srgbClr val="C00000"/>
              </a:solidFill>
              <a:uFill>
                <a:solidFill>
                  <a:srgbClr val="FFFFFF"/>
                </a:solidFill>
              </a:uFill>
              <a:latin typeface="Arial" panose="020B0604020202020204"/>
              <a:ea typeface="DejaVu Sans"/>
            </a:endParaRPr>
          </a:p>
          <a:p>
            <a:endParaRPr lang="en-IN" sz="2800" b="1" u="sng" strike="noStrike" spc="-1" dirty="0">
              <a:solidFill>
                <a:srgbClr val="C00000"/>
              </a:solidFill>
              <a:uFill>
                <a:solidFill>
                  <a:srgbClr val="FFFFFF"/>
                </a:solidFill>
              </a:uFill>
              <a:latin typeface="Arial" panose="020B0604020202020204"/>
              <a:ea typeface="DejaVu Sans"/>
            </a:endParaRPr>
          </a:p>
          <a:p>
            <a:endParaRPr lang="en-IN" sz="2800" b="1" u="sng" spc="-1" dirty="0">
              <a:solidFill>
                <a:srgbClr val="C00000"/>
              </a:solidFill>
              <a:uFill>
                <a:solidFill>
                  <a:srgbClr val="FFFFFF"/>
                </a:solidFill>
              </a:uFill>
              <a:latin typeface="Arial" panose="020B0604020202020204"/>
              <a:ea typeface="DejaVu Sans"/>
            </a:endParaRPr>
          </a:p>
          <a:p>
            <a:endParaRPr lang="en-IN" sz="2800" b="1" u="sng" strike="noStrike" spc="-1" dirty="0">
              <a:solidFill>
                <a:srgbClr val="C00000"/>
              </a:solidFill>
              <a:uFill>
                <a:solidFill>
                  <a:srgbClr val="FFFFFF"/>
                </a:solidFill>
              </a:uFill>
              <a:latin typeface="Arial" panose="020B0604020202020204"/>
              <a:ea typeface="DejaVu Sans"/>
            </a:endParaRPr>
          </a:p>
          <a:p>
            <a:endParaRPr lang="en-IN" sz="2800" b="1" u="sng" spc="-1" dirty="0">
              <a:solidFill>
                <a:srgbClr val="C00000"/>
              </a:solidFill>
              <a:uFill>
                <a:solidFill>
                  <a:srgbClr val="FFFFFF"/>
                </a:solidFill>
              </a:uFill>
              <a:latin typeface="Arial" panose="020B0604020202020204"/>
              <a:ea typeface="DejaVu Sans"/>
            </a:endParaRPr>
          </a:p>
          <a:p>
            <a:r>
              <a:rPr lang="en-IN" sz="2800" b="1" u="sng" spc="-1" dirty="0">
                <a:solidFill>
                  <a:srgbClr val="C00000"/>
                </a:solidFill>
                <a:uFill>
                  <a:solidFill>
                    <a:srgbClr val="FFFFFF"/>
                  </a:solidFill>
                </a:uFill>
                <a:latin typeface="Arial" panose="020B0604020202020204"/>
                <a:ea typeface="DejaVu Sans"/>
              </a:rPr>
              <a:t>              </a:t>
            </a:r>
            <a:r>
              <a:rPr lang="en-IN" sz="2800" b="1" strike="noStrike" spc="-1" dirty="0">
                <a:solidFill>
                  <a:srgbClr val="C00000"/>
                </a:solidFill>
                <a:uFill>
                  <a:solidFill>
                    <a:srgbClr val="FFFFFF"/>
                  </a:solidFill>
                </a:uFill>
                <a:latin typeface="Arial" panose="020B0604020202020204"/>
                <a:ea typeface="DejaVu Sans"/>
              </a:rPr>
              <a:t> </a:t>
            </a:r>
            <a:r>
              <a:rPr lang="en-IN" sz="3600" b="1" strike="noStrike" spc="-1" dirty="0">
                <a:solidFill>
                  <a:srgbClr val="C00000"/>
                </a:solidFill>
                <a:uFill>
                  <a:solidFill>
                    <a:srgbClr val="FFFFFF"/>
                  </a:solidFill>
                </a:uFill>
                <a:latin typeface="Arial" panose="020B0604020202020204"/>
                <a:ea typeface="DejaVu Sans"/>
              </a:rPr>
              <a:t>Data Visualization &amp; Representation </a:t>
            </a:r>
          </a:p>
        </p:txBody>
      </p:sp>
      <p:sp>
        <p:nvSpPr>
          <p:cNvPr id="144" name="CustomShape 2"/>
          <p:cNvSpPr/>
          <p:nvPr/>
        </p:nvSpPr>
        <p:spPr>
          <a:xfrm>
            <a:off x="1944000" y="6192000"/>
            <a:ext cx="6191640" cy="3459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ctr">
              <a:lnSpc>
                <a:spcPct val="100000"/>
              </a:lnSpc>
            </a:pPr>
            <a:endParaRPr lang="en-IN" sz="1800" b="0" strike="noStrike" spc="-1">
              <a:solidFill>
                <a:srgbClr val="000000"/>
              </a:solidFill>
              <a:uFill>
                <a:solidFill>
                  <a:srgbClr val="FFFFFF"/>
                </a:solidFill>
              </a:uFill>
              <a:latin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0ECA4-FAFE-2DE2-5470-9CF5A04735DD}"/>
              </a:ext>
            </a:extLst>
          </p:cNvPr>
          <p:cNvSpPr>
            <a:spLocks noGrp="1"/>
          </p:cNvSpPr>
          <p:nvPr>
            <p:ph type="title"/>
          </p:nvPr>
        </p:nvSpPr>
        <p:spPr/>
        <p:txBody>
          <a:bodyPr/>
          <a:lstStyle/>
          <a:p>
            <a:r>
              <a:rPr lang="en-IN" dirty="0"/>
              <a:t>       </a:t>
            </a:r>
            <a:r>
              <a:rPr lang="en-IN" sz="2000" b="1" dirty="0">
                <a:solidFill>
                  <a:srgbClr val="C00000"/>
                </a:solidFill>
              </a:rPr>
              <a:t>Dataset Snapshot </a:t>
            </a:r>
          </a:p>
        </p:txBody>
      </p:sp>
      <p:pic>
        <p:nvPicPr>
          <p:cNvPr id="4" name="Picture 3">
            <a:extLst>
              <a:ext uri="{FF2B5EF4-FFF2-40B4-BE49-F238E27FC236}">
                <a16:creationId xmlns:a16="http://schemas.microsoft.com/office/drawing/2014/main" id="{5507DD76-6C12-3181-F4D7-CB2B884B2210}"/>
              </a:ext>
            </a:extLst>
          </p:cNvPr>
          <p:cNvPicPr>
            <a:picLocks noChangeAspect="1"/>
          </p:cNvPicPr>
          <p:nvPr/>
        </p:nvPicPr>
        <p:blipFill>
          <a:blip r:embed="rId2"/>
          <a:stretch>
            <a:fillRect/>
          </a:stretch>
        </p:blipFill>
        <p:spPr>
          <a:xfrm>
            <a:off x="888640" y="1734670"/>
            <a:ext cx="10414120" cy="3388659"/>
          </a:xfrm>
          <a:prstGeom prst="rect">
            <a:avLst/>
          </a:prstGeom>
        </p:spPr>
      </p:pic>
    </p:spTree>
    <p:extLst>
      <p:ext uri="{BB962C8B-B14F-4D97-AF65-F5344CB8AC3E}">
        <p14:creationId xmlns:p14="http://schemas.microsoft.com/office/powerpoint/2010/main" val="1773168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1DC5-93D4-2DAF-73FB-89DA318A49FC}"/>
              </a:ext>
            </a:extLst>
          </p:cNvPr>
          <p:cNvSpPr>
            <a:spLocks noGrp="1"/>
          </p:cNvSpPr>
          <p:nvPr>
            <p:ph type="title"/>
          </p:nvPr>
        </p:nvSpPr>
        <p:spPr/>
        <p:txBody>
          <a:bodyPr/>
          <a:lstStyle/>
          <a:p>
            <a:r>
              <a:rPr lang="en-IN" sz="2000" dirty="0"/>
              <a:t>           </a:t>
            </a:r>
            <a:r>
              <a:rPr lang="en-IN" sz="2000" b="1" dirty="0">
                <a:solidFill>
                  <a:srgbClr val="C00000"/>
                </a:solidFill>
              </a:rPr>
              <a:t>Counts of Products in Each Primary Category </a:t>
            </a:r>
          </a:p>
        </p:txBody>
      </p:sp>
      <p:pic>
        <p:nvPicPr>
          <p:cNvPr id="5" name="Picture 4">
            <a:extLst>
              <a:ext uri="{FF2B5EF4-FFF2-40B4-BE49-F238E27FC236}">
                <a16:creationId xmlns:a16="http://schemas.microsoft.com/office/drawing/2014/main" id="{15B9E265-F2C6-0A5E-B66F-17567B3B8369}"/>
              </a:ext>
            </a:extLst>
          </p:cNvPr>
          <p:cNvPicPr>
            <a:picLocks noChangeAspect="1"/>
          </p:cNvPicPr>
          <p:nvPr/>
        </p:nvPicPr>
        <p:blipFill>
          <a:blip r:embed="rId2"/>
          <a:stretch>
            <a:fillRect/>
          </a:stretch>
        </p:blipFill>
        <p:spPr>
          <a:xfrm>
            <a:off x="1699511" y="1600564"/>
            <a:ext cx="9085029" cy="4544742"/>
          </a:xfrm>
          <a:prstGeom prst="rect">
            <a:avLst/>
          </a:prstGeom>
        </p:spPr>
      </p:pic>
    </p:spTree>
    <p:extLst>
      <p:ext uri="{BB962C8B-B14F-4D97-AF65-F5344CB8AC3E}">
        <p14:creationId xmlns:p14="http://schemas.microsoft.com/office/powerpoint/2010/main" val="2107309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23600-7029-7152-2151-3A81409A3B98}"/>
              </a:ext>
            </a:extLst>
          </p:cNvPr>
          <p:cNvSpPr>
            <a:spLocks noGrp="1"/>
          </p:cNvSpPr>
          <p:nvPr>
            <p:ph type="title"/>
          </p:nvPr>
        </p:nvSpPr>
        <p:spPr/>
        <p:txBody>
          <a:bodyPr/>
          <a:lstStyle/>
          <a:p>
            <a:r>
              <a:rPr lang="en-IN" dirty="0"/>
              <a:t>  </a:t>
            </a:r>
            <a:r>
              <a:rPr lang="en-IN" sz="2000" b="1" dirty="0">
                <a:solidFill>
                  <a:srgbClr val="C00000"/>
                </a:solidFill>
              </a:rPr>
              <a:t>Distribution of Sentiment Categories</a:t>
            </a:r>
          </a:p>
        </p:txBody>
      </p:sp>
      <p:pic>
        <p:nvPicPr>
          <p:cNvPr id="4" name="Picture 3">
            <a:extLst>
              <a:ext uri="{FF2B5EF4-FFF2-40B4-BE49-F238E27FC236}">
                <a16:creationId xmlns:a16="http://schemas.microsoft.com/office/drawing/2014/main" id="{52C3E6CF-4322-2571-5085-E4B84C7C61BC}"/>
              </a:ext>
            </a:extLst>
          </p:cNvPr>
          <p:cNvPicPr>
            <a:picLocks noChangeAspect="1"/>
          </p:cNvPicPr>
          <p:nvPr/>
        </p:nvPicPr>
        <p:blipFill>
          <a:blip r:embed="rId2"/>
          <a:stretch>
            <a:fillRect/>
          </a:stretch>
        </p:blipFill>
        <p:spPr>
          <a:xfrm>
            <a:off x="448116" y="1244452"/>
            <a:ext cx="4786032" cy="4936536"/>
          </a:xfrm>
          <a:prstGeom prst="rect">
            <a:avLst/>
          </a:prstGeom>
        </p:spPr>
      </p:pic>
      <p:pic>
        <p:nvPicPr>
          <p:cNvPr id="5" name="Picture 4">
            <a:extLst>
              <a:ext uri="{FF2B5EF4-FFF2-40B4-BE49-F238E27FC236}">
                <a16:creationId xmlns:a16="http://schemas.microsoft.com/office/drawing/2014/main" id="{957FB14C-3A5A-3B29-624B-104344997826}"/>
              </a:ext>
            </a:extLst>
          </p:cNvPr>
          <p:cNvPicPr>
            <a:picLocks noChangeAspect="1"/>
          </p:cNvPicPr>
          <p:nvPr/>
        </p:nvPicPr>
        <p:blipFill>
          <a:blip r:embed="rId3"/>
          <a:stretch>
            <a:fillRect/>
          </a:stretch>
        </p:blipFill>
        <p:spPr>
          <a:xfrm>
            <a:off x="4969923" y="1244452"/>
            <a:ext cx="6376735" cy="4936535"/>
          </a:xfrm>
          <a:prstGeom prst="rect">
            <a:avLst/>
          </a:prstGeom>
        </p:spPr>
      </p:pic>
    </p:spTree>
    <p:extLst>
      <p:ext uri="{BB962C8B-B14F-4D97-AF65-F5344CB8AC3E}">
        <p14:creationId xmlns:p14="http://schemas.microsoft.com/office/powerpoint/2010/main" val="1635786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20455-58AE-B0B5-889C-C7CE02250E74}"/>
              </a:ext>
            </a:extLst>
          </p:cNvPr>
          <p:cNvSpPr>
            <a:spLocks noGrp="1"/>
          </p:cNvSpPr>
          <p:nvPr>
            <p:ph type="title"/>
          </p:nvPr>
        </p:nvSpPr>
        <p:spPr>
          <a:xfrm>
            <a:off x="1331259" y="320957"/>
            <a:ext cx="7699619" cy="1144800"/>
          </a:xfrm>
        </p:spPr>
        <p:txBody>
          <a:bodyPr/>
          <a:lstStyle/>
          <a:p>
            <a:pPr algn="l"/>
            <a:r>
              <a:rPr lang="en-US" sz="3200" dirty="0">
                <a:solidFill>
                  <a:schemeClr val="accent2"/>
                </a:solidFill>
              </a:rPr>
              <a:t>Most Common Texted Words</a:t>
            </a:r>
            <a:endParaRPr lang="en-IN" sz="3200" dirty="0">
              <a:solidFill>
                <a:schemeClr val="accent2"/>
              </a:solidFill>
            </a:endParaRPr>
          </a:p>
        </p:txBody>
      </p:sp>
      <p:pic>
        <p:nvPicPr>
          <p:cNvPr id="3" name="Picture 2">
            <a:extLst>
              <a:ext uri="{FF2B5EF4-FFF2-40B4-BE49-F238E27FC236}">
                <a16:creationId xmlns:a16="http://schemas.microsoft.com/office/drawing/2014/main" id="{10659387-C6A7-6A56-FDD1-5AC2D400D95E}"/>
              </a:ext>
            </a:extLst>
          </p:cNvPr>
          <p:cNvPicPr>
            <a:picLocks noChangeAspect="1"/>
          </p:cNvPicPr>
          <p:nvPr/>
        </p:nvPicPr>
        <p:blipFill>
          <a:blip r:embed="rId2"/>
          <a:stretch>
            <a:fillRect/>
          </a:stretch>
        </p:blipFill>
        <p:spPr>
          <a:xfrm>
            <a:off x="1696010" y="1465757"/>
            <a:ext cx="7562850" cy="4067175"/>
          </a:xfrm>
          <a:prstGeom prst="rect">
            <a:avLst/>
          </a:prstGeom>
        </p:spPr>
      </p:pic>
    </p:spTree>
    <p:extLst>
      <p:ext uri="{BB962C8B-B14F-4D97-AF65-F5344CB8AC3E}">
        <p14:creationId xmlns:p14="http://schemas.microsoft.com/office/powerpoint/2010/main" val="2616444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CustomShape 1"/>
          <p:cNvSpPr/>
          <p:nvPr/>
        </p:nvSpPr>
        <p:spPr>
          <a:xfrm>
            <a:off x="609480" y="190440"/>
            <a:ext cx="10971720" cy="5814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chor="ctr"/>
          <a:lstStyle/>
          <a:p>
            <a:pPr>
              <a:lnSpc>
                <a:spcPct val="100000"/>
              </a:lnSpc>
            </a:pPr>
            <a:r>
              <a:rPr lang="en-US" sz="2800" b="1" u="sng" spc="-1" dirty="0">
                <a:solidFill>
                  <a:srgbClr val="C00000"/>
                </a:solidFill>
                <a:uFill>
                  <a:solidFill>
                    <a:srgbClr val="FFFFFF"/>
                  </a:solidFill>
                </a:uFill>
                <a:latin typeface="Arial" panose="020B0604020202020204"/>
                <a:ea typeface="SimSun" panose="02010600030101010101" pitchFamily="2" charset="-122"/>
              </a:rPr>
              <a:t>D</a:t>
            </a:r>
            <a:r>
              <a:rPr lang="en-IN" sz="2800" b="1" u="sng" spc="-1" dirty="0">
                <a:solidFill>
                  <a:srgbClr val="C00000"/>
                </a:solidFill>
                <a:uFill>
                  <a:solidFill>
                    <a:srgbClr val="FFFFFF"/>
                  </a:solidFill>
                </a:uFill>
                <a:latin typeface="Arial" panose="020B0604020202020204"/>
                <a:ea typeface="SimSun" panose="02010600030101010101" pitchFamily="2" charset="-122"/>
              </a:rPr>
              <a:t>ata Analysis</a:t>
            </a:r>
            <a:endParaRPr lang="en-IN" sz="2800" b="1" u="sng" strike="noStrike" spc="-1" dirty="0">
              <a:solidFill>
                <a:srgbClr val="C00000"/>
              </a:solidFill>
              <a:uFill>
                <a:solidFill>
                  <a:srgbClr val="FFFFFF"/>
                </a:solidFill>
              </a:uFill>
              <a:latin typeface="Arial" panose="020B0604020202020204"/>
            </a:endParaRPr>
          </a:p>
        </p:txBody>
      </p:sp>
      <p:sp>
        <p:nvSpPr>
          <p:cNvPr id="152" name="CustomShape 2"/>
          <p:cNvSpPr/>
          <p:nvPr/>
        </p:nvSpPr>
        <p:spPr>
          <a:xfrm>
            <a:off x="609480" y="1174680"/>
            <a:ext cx="10971720" cy="28933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just">
              <a:lnSpc>
                <a:spcPct val="150000"/>
              </a:lnSpc>
            </a:pPr>
            <a:endParaRPr lang="en-IN" sz="1800" b="0" strike="noStrike" spc="-1" dirty="0">
              <a:solidFill>
                <a:srgbClr val="000000"/>
              </a:solidFill>
              <a:uFill>
                <a:solidFill>
                  <a:srgbClr val="FFFFFF"/>
                </a:solidFill>
              </a:uFill>
              <a:latin typeface="Arial" panose="020B0604020202020204"/>
            </a:endParaRPr>
          </a:p>
        </p:txBody>
      </p:sp>
      <p:sp>
        <p:nvSpPr>
          <p:cNvPr id="154" name="CustomShape 4"/>
          <p:cNvSpPr/>
          <p:nvPr/>
        </p:nvSpPr>
        <p:spPr>
          <a:xfrm>
            <a:off x="873756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3" name="TextBox 2">
            <a:extLst>
              <a:ext uri="{FF2B5EF4-FFF2-40B4-BE49-F238E27FC236}">
                <a16:creationId xmlns:a16="http://schemas.microsoft.com/office/drawing/2014/main" id="{31E80752-F4DB-2E3E-6F5E-D5CA329CA265}"/>
              </a:ext>
            </a:extLst>
          </p:cNvPr>
          <p:cNvSpPr txBox="1"/>
          <p:nvPr/>
        </p:nvSpPr>
        <p:spPr>
          <a:xfrm>
            <a:off x="609479" y="1110343"/>
            <a:ext cx="10587255" cy="707886"/>
          </a:xfrm>
          <a:prstGeom prst="rect">
            <a:avLst/>
          </a:prstGeom>
          <a:noFill/>
        </p:spPr>
        <p:txBody>
          <a:bodyPr wrap="square">
            <a:spAutoFit/>
          </a:bodyPr>
          <a:lstStyle/>
          <a:p>
            <a:pPr algn="just"/>
            <a:endParaRPr lang="en-IN" sz="2000" dirty="0"/>
          </a:p>
          <a:p>
            <a:pPr marL="285750" indent="-285750" algn="just">
              <a:buFont typeface="Arial" panose="020B0604020202020204" pitchFamily="34" charset="0"/>
              <a:buChar char="•"/>
            </a:pPr>
            <a:endParaRPr lang="en-IN" sz="2000" dirty="0"/>
          </a:p>
        </p:txBody>
      </p:sp>
      <p:graphicFrame>
        <p:nvGraphicFramePr>
          <p:cNvPr id="2" name="Table 1">
            <a:extLst>
              <a:ext uri="{FF2B5EF4-FFF2-40B4-BE49-F238E27FC236}">
                <a16:creationId xmlns:a16="http://schemas.microsoft.com/office/drawing/2014/main" id="{E0CD121E-FB1D-5D1B-ED60-A156B56FC3F1}"/>
              </a:ext>
            </a:extLst>
          </p:cNvPr>
          <p:cNvGraphicFramePr>
            <a:graphicFrameLocks noGrp="1"/>
          </p:cNvGraphicFramePr>
          <p:nvPr>
            <p:extLst>
              <p:ext uri="{D42A27DB-BD31-4B8C-83A1-F6EECF244321}">
                <p14:modId xmlns:p14="http://schemas.microsoft.com/office/powerpoint/2010/main" val="1190592520"/>
              </p:ext>
            </p:extLst>
          </p:nvPr>
        </p:nvGraphicFramePr>
        <p:xfrm>
          <a:off x="251792" y="1431236"/>
          <a:ext cx="11476383" cy="1505794"/>
        </p:xfrm>
        <a:graphic>
          <a:graphicData uri="http://schemas.openxmlformats.org/drawingml/2006/table">
            <a:tbl>
              <a:tblPr/>
              <a:tblGrid>
                <a:gridCol w="3825461">
                  <a:extLst>
                    <a:ext uri="{9D8B030D-6E8A-4147-A177-3AD203B41FA5}">
                      <a16:colId xmlns:a16="http://schemas.microsoft.com/office/drawing/2014/main" val="3319083905"/>
                    </a:ext>
                  </a:extLst>
                </a:gridCol>
                <a:gridCol w="3825461">
                  <a:extLst>
                    <a:ext uri="{9D8B030D-6E8A-4147-A177-3AD203B41FA5}">
                      <a16:colId xmlns:a16="http://schemas.microsoft.com/office/drawing/2014/main" val="1267139554"/>
                    </a:ext>
                  </a:extLst>
                </a:gridCol>
                <a:gridCol w="3825461">
                  <a:extLst>
                    <a:ext uri="{9D8B030D-6E8A-4147-A177-3AD203B41FA5}">
                      <a16:colId xmlns:a16="http://schemas.microsoft.com/office/drawing/2014/main" val="2351472188"/>
                    </a:ext>
                  </a:extLst>
                </a:gridCol>
              </a:tblGrid>
              <a:tr h="323562">
                <a:tc>
                  <a:txBody>
                    <a:bodyPr/>
                    <a:lstStyle/>
                    <a:p>
                      <a:pPr fontAlgn="t"/>
                      <a:r>
                        <a:rPr lang="en-IN" b="0" i="0" u="none" strike="noStrike">
                          <a:solidFill>
                            <a:srgbClr val="787878"/>
                          </a:solidFill>
                          <a:effectLst/>
                          <a:latin typeface="Tableau Book"/>
                        </a:rPr>
                        <a:t>Name:</a:t>
                      </a:r>
                      <a:endParaRPr lang="en-IN">
                        <a:effectLst/>
                      </a:endParaRPr>
                    </a:p>
                  </a:txBody>
                  <a:tcPr>
                    <a:lnL>
                      <a:noFill/>
                    </a:lnL>
                    <a:lnR>
                      <a:noFill/>
                    </a:lnR>
                    <a:lnT>
                      <a:noFill/>
                    </a:lnT>
                    <a:lnB>
                      <a:noFill/>
                    </a:lnB>
                    <a:solidFill>
                      <a:srgbClr val="FFFFFF"/>
                    </a:solidFill>
                  </a:tcPr>
                </a:tc>
                <a:tc>
                  <a:txBody>
                    <a:bodyPr/>
                    <a:lstStyle/>
                    <a:p>
                      <a:pPr algn="r" fontAlgn="ctr"/>
                      <a:r>
                        <a:rPr lang="en-US" dirty="0">
                          <a:effectLst/>
                        </a:rPr>
                        <a:t>  </a:t>
                      </a:r>
                    </a:p>
                  </a:txBody>
                  <a:tcPr anchor="ctr">
                    <a:lnL>
                      <a:noFill/>
                    </a:lnL>
                    <a:lnR>
                      <a:noFill/>
                    </a:lnR>
                    <a:lnT>
                      <a:noFill/>
                    </a:lnT>
                    <a:lnB>
                      <a:noFill/>
                    </a:lnB>
                    <a:solidFill>
                      <a:srgbClr val="FFFFFF"/>
                    </a:solidFill>
                  </a:tcPr>
                </a:tc>
                <a:tc>
                  <a:txBody>
                    <a:bodyPr/>
                    <a:lstStyle/>
                    <a:p>
                      <a:pPr algn="l" fontAlgn="ctr"/>
                      <a:r>
                        <a:rPr lang="en-US" sz="1400" b="1" dirty="0">
                          <a:effectLst/>
                        </a:rPr>
                        <a:t>Good tablet kid lot app download game</a:t>
                      </a:r>
                    </a:p>
                  </a:txBody>
                  <a:tcPr anchor="ctr">
                    <a:lnL>
                      <a:noFill/>
                    </a:lnL>
                    <a:lnR>
                      <a:noFill/>
                    </a:lnR>
                    <a:lnT>
                      <a:noFill/>
                    </a:lnT>
                    <a:lnB>
                      <a:noFill/>
                    </a:lnB>
                    <a:solidFill>
                      <a:srgbClr val="FFFFFF"/>
                    </a:solidFill>
                  </a:tcPr>
                </a:tc>
                <a:extLst>
                  <a:ext uri="{0D108BD9-81ED-4DB2-BD59-A6C34878D82A}">
                    <a16:rowId xmlns:a16="http://schemas.microsoft.com/office/drawing/2014/main" val="3713894337"/>
                  </a:ext>
                </a:extLst>
              </a:tr>
              <a:tr h="323562">
                <a:tc>
                  <a:txBody>
                    <a:bodyPr/>
                    <a:lstStyle/>
                    <a:p>
                      <a:pPr fontAlgn="t"/>
                      <a:r>
                        <a:rPr lang="en-IN" b="0" i="0" u="none" strike="noStrike" dirty="0">
                          <a:solidFill>
                            <a:srgbClr val="787878"/>
                          </a:solidFill>
                          <a:effectLst/>
                          <a:latin typeface="Tableau Book"/>
                        </a:rPr>
                        <a:t>Sentiment:</a:t>
                      </a:r>
                      <a:endParaRPr lang="en-IN" dirty="0">
                        <a:effectLst/>
                      </a:endParaRPr>
                    </a:p>
                  </a:txBody>
                  <a:tcPr>
                    <a:lnL>
                      <a:noFill/>
                    </a:lnL>
                    <a:lnR>
                      <a:noFill/>
                    </a:lnR>
                    <a:lnT>
                      <a:noFill/>
                    </a:lnT>
                    <a:lnB>
                      <a:noFill/>
                    </a:lnB>
                    <a:solidFill>
                      <a:srgbClr val="FFFFFF"/>
                    </a:solidFill>
                  </a:tcPr>
                </a:tc>
                <a:tc>
                  <a:txBody>
                    <a:bodyPr/>
                    <a:lstStyle/>
                    <a:p>
                      <a:pPr fontAlgn="t"/>
                      <a:r>
                        <a:rPr lang="en-IN">
                          <a:effectLst/>
                        </a:rPr>
                        <a:t> </a:t>
                      </a:r>
                    </a:p>
                  </a:txBody>
                  <a:tcPr>
                    <a:lnL>
                      <a:noFill/>
                    </a:lnL>
                    <a:lnR>
                      <a:noFill/>
                    </a:lnR>
                    <a:lnT>
                      <a:noFill/>
                    </a:lnT>
                    <a:lnB>
                      <a:noFill/>
                    </a:lnB>
                    <a:solidFill>
                      <a:srgbClr val="FFFFFF"/>
                    </a:solidFill>
                  </a:tcPr>
                </a:tc>
                <a:tc>
                  <a:txBody>
                    <a:bodyPr/>
                    <a:lstStyle/>
                    <a:p>
                      <a:pPr fontAlgn="t"/>
                      <a:r>
                        <a:rPr lang="en-US" b="1" i="0" dirty="0">
                          <a:solidFill>
                            <a:srgbClr val="333333"/>
                          </a:solidFill>
                          <a:effectLst/>
                          <a:latin typeface="Tableau Book"/>
                        </a:rPr>
                        <a:t>N</a:t>
                      </a:r>
                      <a:r>
                        <a:rPr lang="en-IN" b="1" i="0" dirty="0" err="1">
                          <a:solidFill>
                            <a:srgbClr val="333333"/>
                          </a:solidFill>
                          <a:effectLst/>
                          <a:latin typeface="Tableau Book"/>
                        </a:rPr>
                        <a:t>eutral</a:t>
                      </a:r>
                      <a:endParaRPr lang="en-IN" dirty="0">
                        <a:effectLst/>
                      </a:endParaRPr>
                    </a:p>
                  </a:txBody>
                  <a:tcPr>
                    <a:lnL>
                      <a:noFill/>
                    </a:lnL>
                    <a:lnR>
                      <a:noFill/>
                    </a:lnR>
                    <a:lnT>
                      <a:noFill/>
                    </a:lnT>
                    <a:lnB>
                      <a:noFill/>
                    </a:lnB>
                    <a:solidFill>
                      <a:srgbClr val="FFFFFF"/>
                    </a:solidFill>
                  </a:tcPr>
                </a:tc>
                <a:extLst>
                  <a:ext uri="{0D108BD9-81ED-4DB2-BD59-A6C34878D82A}">
                    <a16:rowId xmlns:a16="http://schemas.microsoft.com/office/drawing/2014/main" val="3708508201"/>
                  </a:ext>
                </a:extLst>
              </a:tr>
              <a:tr h="323562">
                <a:tc>
                  <a:txBody>
                    <a:bodyPr/>
                    <a:lstStyle/>
                    <a:p>
                      <a:pPr fontAlgn="t"/>
                      <a:r>
                        <a:rPr lang="en-IN" b="0" i="0" u="none" strike="noStrike" dirty="0">
                          <a:solidFill>
                            <a:srgbClr val="787878"/>
                          </a:solidFill>
                          <a:effectLst/>
                          <a:latin typeface="Tableau Book"/>
                        </a:rPr>
                        <a:t>Count of Sentiment:</a:t>
                      </a:r>
                      <a:endParaRPr lang="en-IN" dirty="0">
                        <a:effectLst/>
                      </a:endParaRPr>
                    </a:p>
                  </a:txBody>
                  <a:tcPr>
                    <a:lnL>
                      <a:noFill/>
                    </a:lnL>
                    <a:lnR>
                      <a:noFill/>
                    </a:lnR>
                    <a:lnT>
                      <a:noFill/>
                    </a:lnT>
                    <a:lnB>
                      <a:noFill/>
                    </a:lnB>
                    <a:solidFill>
                      <a:srgbClr val="FFFFFF"/>
                    </a:solidFill>
                  </a:tcPr>
                </a:tc>
                <a:tc>
                  <a:txBody>
                    <a:bodyPr/>
                    <a:lstStyle/>
                    <a:p>
                      <a:pPr fontAlgn="t"/>
                      <a:r>
                        <a:rPr lang="en-IN" dirty="0">
                          <a:effectLst/>
                        </a:rPr>
                        <a:t> </a:t>
                      </a:r>
                    </a:p>
                  </a:txBody>
                  <a:tcPr>
                    <a:lnL>
                      <a:noFill/>
                    </a:lnL>
                    <a:lnR>
                      <a:noFill/>
                    </a:lnR>
                    <a:lnT>
                      <a:noFill/>
                    </a:lnT>
                    <a:lnB>
                      <a:noFill/>
                    </a:lnB>
                    <a:solidFill>
                      <a:srgbClr val="FFFFFF"/>
                    </a:solidFill>
                  </a:tcPr>
                </a:tc>
                <a:tc>
                  <a:txBody>
                    <a:bodyPr/>
                    <a:lstStyle/>
                    <a:p>
                      <a:pPr fontAlgn="t"/>
                      <a:r>
                        <a:rPr lang="en-US" b="1" i="0" u="none" strike="noStrike" dirty="0">
                          <a:solidFill>
                            <a:srgbClr val="333333"/>
                          </a:solidFill>
                          <a:effectLst/>
                          <a:latin typeface="Tableau Book"/>
                        </a:rPr>
                        <a:t>9</a:t>
                      </a:r>
                      <a:r>
                        <a:rPr lang="en-IN" b="1" i="0" u="none" strike="noStrike" dirty="0">
                          <a:solidFill>
                            <a:srgbClr val="333333"/>
                          </a:solidFill>
                          <a:effectLst/>
                          <a:latin typeface="Tableau Book"/>
                        </a:rPr>
                        <a:t>736</a:t>
                      </a:r>
                      <a:endParaRPr lang="en-IN" dirty="0">
                        <a:effectLst/>
                      </a:endParaRPr>
                    </a:p>
                  </a:txBody>
                  <a:tcPr>
                    <a:lnL>
                      <a:noFill/>
                    </a:lnL>
                    <a:lnR>
                      <a:noFill/>
                    </a:lnR>
                    <a:lnT>
                      <a:noFill/>
                    </a:lnT>
                    <a:lnB>
                      <a:noFill/>
                    </a:lnB>
                    <a:solidFill>
                      <a:srgbClr val="FFFFFF"/>
                    </a:solidFill>
                  </a:tcPr>
                </a:tc>
                <a:extLst>
                  <a:ext uri="{0D108BD9-81ED-4DB2-BD59-A6C34878D82A}">
                    <a16:rowId xmlns:a16="http://schemas.microsoft.com/office/drawing/2014/main" val="2051743562"/>
                  </a:ext>
                </a:extLst>
              </a:tr>
              <a:tr h="408514">
                <a:tc>
                  <a:txBody>
                    <a:bodyPr/>
                    <a:lstStyle/>
                    <a:p>
                      <a:pPr fontAlgn="t"/>
                      <a:endParaRPr lang="en-US" dirty="0">
                        <a:effectLst/>
                      </a:endParaRPr>
                    </a:p>
                  </a:txBody>
                  <a:tcPr>
                    <a:lnL>
                      <a:noFill/>
                    </a:lnL>
                    <a:lnR>
                      <a:noFill/>
                    </a:lnR>
                    <a:lnT>
                      <a:noFill/>
                    </a:lnT>
                    <a:lnB>
                      <a:noFill/>
                    </a:lnB>
                    <a:solidFill>
                      <a:srgbClr val="FFFFFF"/>
                    </a:solidFill>
                  </a:tcPr>
                </a:tc>
                <a:tc>
                  <a:txBody>
                    <a:bodyPr/>
                    <a:lstStyle/>
                    <a:p>
                      <a:pPr fontAlgn="t"/>
                      <a:r>
                        <a:rPr lang="en-IN" dirty="0">
                          <a:effectLst/>
                        </a:rPr>
                        <a:t> </a:t>
                      </a:r>
                    </a:p>
                  </a:txBody>
                  <a:tcPr>
                    <a:lnL>
                      <a:noFill/>
                    </a:lnL>
                    <a:lnR>
                      <a:noFill/>
                    </a:lnR>
                    <a:lnT>
                      <a:noFill/>
                    </a:lnT>
                    <a:lnB>
                      <a:noFill/>
                    </a:lnB>
                    <a:solidFill>
                      <a:srgbClr val="FFFFFF"/>
                    </a:solidFill>
                  </a:tcPr>
                </a:tc>
                <a:tc>
                  <a:txBody>
                    <a:bodyPr/>
                    <a:lstStyle/>
                    <a:p>
                      <a:pPr fontAlgn="t"/>
                      <a:endParaRPr lang="en-IN" dirty="0">
                        <a:effectLst/>
                      </a:endParaRPr>
                    </a:p>
                  </a:txBody>
                  <a:tcPr>
                    <a:lnL>
                      <a:noFill/>
                    </a:lnL>
                    <a:lnR>
                      <a:noFill/>
                    </a:lnR>
                    <a:lnT>
                      <a:noFill/>
                    </a:lnT>
                    <a:lnB>
                      <a:noFill/>
                    </a:lnB>
                    <a:solidFill>
                      <a:srgbClr val="FFFFFF"/>
                    </a:solidFill>
                  </a:tcPr>
                </a:tc>
                <a:extLst>
                  <a:ext uri="{0D108BD9-81ED-4DB2-BD59-A6C34878D82A}">
                    <a16:rowId xmlns:a16="http://schemas.microsoft.com/office/drawing/2014/main" val="738365629"/>
                  </a:ext>
                </a:extLst>
              </a:tr>
            </a:tbl>
          </a:graphicData>
        </a:graphic>
      </p:graphicFrame>
      <p:graphicFrame>
        <p:nvGraphicFramePr>
          <p:cNvPr id="4" name="Table 3">
            <a:extLst>
              <a:ext uri="{FF2B5EF4-FFF2-40B4-BE49-F238E27FC236}">
                <a16:creationId xmlns:a16="http://schemas.microsoft.com/office/drawing/2014/main" id="{CB763C79-CFC9-5542-BBB6-A98AE4F976DF}"/>
              </a:ext>
            </a:extLst>
          </p:cNvPr>
          <p:cNvGraphicFramePr>
            <a:graphicFrameLocks noGrp="1"/>
          </p:cNvGraphicFramePr>
          <p:nvPr>
            <p:extLst>
              <p:ext uri="{D42A27DB-BD31-4B8C-83A1-F6EECF244321}">
                <p14:modId xmlns:p14="http://schemas.microsoft.com/office/powerpoint/2010/main" val="1131131301"/>
              </p:ext>
            </p:extLst>
          </p:nvPr>
        </p:nvGraphicFramePr>
        <p:xfrm>
          <a:off x="251791" y="3708456"/>
          <a:ext cx="11476384" cy="1470836"/>
        </p:xfrm>
        <a:graphic>
          <a:graphicData uri="http://schemas.openxmlformats.org/drawingml/2006/table">
            <a:tbl>
              <a:tblPr/>
              <a:tblGrid>
                <a:gridCol w="3760228">
                  <a:extLst>
                    <a:ext uri="{9D8B030D-6E8A-4147-A177-3AD203B41FA5}">
                      <a16:colId xmlns:a16="http://schemas.microsoft.com/office/drawing/2014/main" val="1475556060"/>
                    </a:ext>
                  </a:extLst>
                </a:gridCol>
                <a:gridCol w="3858078">
                  <a:extLst>
                    <a:ext uri="{9D8B030D-6E8A-4147-A177-3AD203B41FA5}">
                      <a16:colId xmlns:a16="http://schemas.microsoft.com/office/drawing/2014/main" val="2670321979"/>
                    </a:ext>
                  </a:extLst>
                </a:gridCol>
                <a:gridCol w="3858078">
                  <a:extLst>
                    <a:ext uri="{9D8B030D-6E8A-4147-A177-3AD203B41FA5}">
                      <a16:colId xmlns:a16="http://schemas.microsoft.com/office/drawing/2014/main" val="636921573"/>
                    </a:ext>
                  </a:extLst>
                </a:gridCol>
              </a:tblGrid>
              <a:tr h="313115">
                <a:tc>
                  <a:txBody>
                    <a:bodyPr/>
                    <a:lstStyle/>
                    <a:p>
                      <a:pPr fontAlgn="t"/>
                      <a:r>
                        <a:rPr lang="en-IN" b="0" i="0" u="none" strike="noStrike">
                          <a:solidFill>
                            <a:srgbClr val="787878"/>
                          </a:solidFill>
                          <a:effectLst/>
                          <a:latin typeface="Tableau Book"/>
                        </a:rPr>
                        <a:t>Name:</a:t>
                      </a:r>
                      <a:endParaRPr lang="en-IN">
                        <a:effectLst/>
                      </a:endParaRPr>
                    </a:p>
                  </a:txBody>
                  <a:tcPr>
                    <a:lnL>
                      <a:noFill/>
                    </a:lnL>
                    <a:lnR>
                      <a:noFill/>
                    </a:lnR>
                    <a:lnT>
                      <a:noFill/>
                    </a:lnT>
                    <a:lnB>
                      <a:noFill/>
                    </a:lnB>
                    <a:solidFill>
                      <a:srgbClr val="FFFFFF"/>
                    </a:solidFill>
                  </a:tcPr>
                </a:tc>
                <a:tc>
                  <a:txBody>
                    <a:bodyPr/>
                    <a:lstStyle/>
                    <a:p>
                      <a:pPr fontAlgn="t"/>
                      <a:r>
                        <a:rPr lang="en-IN">
                          <a:effectLst/>
                        </a:rPr>
                        <a:t> </a:t>
                      </a:r>
                    </a:p>
                  </a:txBody>
                  <a:tcPr>
                    <a:lnL>
                      <a:noFill/>
                    </a:lnL>
                    <a:lnR>
                      <a:noFill/>
                    </a:lnR>
                    <a:lnT>
                      <a:noFill/>
                    </a:lnT>
                    <a:lnB>
                      <a:noFill/>
                    </a:lnB>
                    <a:solidFill>
                      <a:srgbClr val="FFFFFF"/>
                    </a:solidFill>
                  </a:tcPr>
                </a:tc>
                <a:tc>
                  <a:txBody>
                    <a:bodyPr/>
                    <a:lstStyle/>
                    <a:p>
                      <a:pPr fontAlgn="t"/>
                      <a:r>
                        <a:rPr lang="en-US" b="1" i="0" dirty="0">
                          <a:solidFill>
                            <a:schemeClr val="tx1"/>
                          </a:solidFill>
                          <a:effectLst/>
                          <a:latin typeface="+mn-lt"/>
                          <a:ea typeface="+mn-ea"/>
                          <a:cs typeface="+mn-cs"/>
                        </a:rPr>
                        <a:t>Item work expect great product</a:t>
                      </a:r>
                      <a:endParaRPr lang="en-IN" b="1" dirty="0">
                        <a:effectLst/>
                      </a:endParaRPr>
                    </a:p>
                  </a:txBody>
                  <a:tcPr>
                    <a:lnL>
                      <a:noFill/>
                    </a:lnL>
                    <a:lnR>
                      <a:noFill/>
                    </a:lnR>
                    <a:lnT>
                      <a:noFill/>
                    </a:lnT>
                    <a:lnB>
                      <a:noFill/>
                    </a:lnB>
                    <a:solidFill>
                      <a:srgbClr val="FFFFFF"/>
                    </a:solidFill>
                  </a:tcPr>
                </a:tc>
                <a:extLst>
                  <a:ext uri="{0D108BD9-81ED-4DB2-BD59-A6C34878D82A}">
                    <a16:rowId xmlns:a16="http://schemas.microsoft.com/office/drawing/2014/main" val="1127732915"/>
                  </a:ext>
                </a:extLst>
              </a:tr>
              <a:tr h="313115">
                <a:tc>
                  <a:txBody>
                    <a:bodyPr/>
                    <a:lstStyle/>
                    <a:p>
                      <a:pPr fontAlgn="t"/>
                      <a:r>
                        <a:rPr lang="en-IN" b="0" i="0" u="none" strike="noStrike">
                          <a:solidFill>
                            <a:srgbClr val="787878"/>
                          </a:solidFill>
                          <a:effectLst/>
                          <a:latin typeface="Tableau Book"/>
                        </a:rPr>
                        <a:t>Sentiment:</a:t>
                      </a:r>
                      <a:endParaRPr lang="en-IN">
                        <a:effectLst/>
                      </a:endParaRPr>
                    </a:p>
                  </a:txBody>
                  <a:tcPr>
                    <a:lnL>
                      <a:noFill/>
                    </a:lnL>
                    <a:lnR>
                      <a:noFill/>
                    </a:lnR>
                    <a:lnT>
                      <a:noFill/>
                    </a:lnT>
                    <a:lnB>
                      <a:noFill/>
                    </a:lnB>
                    <a:solidFill>
                      <a:srgbClr val="FFFFFF"/>
                    </a:solidFill>
                  </a:tcPr>
                </a:tc>
                <a:tc>
                  <a:txBody>
                    <a:bodyPr/>
                    <a:lstStyle/>
                    <a:p>
                      <a:pPr fontAlgn="t"/>
                      <a:r>
                        <a:rPr lang="en-IN" dirty="0">
                          <a:effectLst/>
                        </a:rPr>
                        <a:t> </a:t>
                      </a:r>
                    </a:p>
                  </a:txBody>
                  <a:tcPr>
                    <a:lnL>
                      <a:noFill/>
                    </a:lnL>
                    <a:lnR>
                      <a:noFill/>
                    </a:lnR>
                    <a:lnT>
                      <a:noFill/>
                    </a:lnT>
                    <a:lnB>
                      <a:noFill/>
                    </a:lnB>
                    <a:solidFill>
                      <a:srgbClr val="FFFFFF"/>
                    </a:solidFill>
                  </a:tcPr>
                </a:tc>
                <a:tc>
                  <a:txBody>
                    <a:bodyPr/>
                    <a:lstStyle/>
                    <a:p>
                      <a:pPr fontAlgn="t"/>
                      <a:r>
                        <a:rPr lang="en-IN" b="1" i="0" dirty="0">
                          <a:solidFill>
                            <a:srgbClr val="333333"/>
                          </a:solidFill>
                          <a:effectLst/>
                          <a:latin typeface="Tableau Book"/>
                        </a:rPr>
                        <a:t>positive</a:t>
                      </a:r>
                      <a:endParaRPr lang="en-IN" dirty="0">
                        <a:effectLst/>
                      </a:endParaRPr>
                    </a:p>
                  </a:txBody>
                  <a:tcPr>
                    <a:lnL>
                      <a:noFill/>
                    </a:lnL>
                    <a:lnR>
                      <a:noFill/>
                    </a:lnR>
                    <a:lnT>
                      <a:noFill/>
                    </a:lnT>
                    <a:lnB>
                      <a:noFill/>
                    </a:lnB>
                    <a:solidFill>
                      <a:srgbClr val="FFFFFF"/>
                    </a:solidFill>
                  </a:tcPr>
                </a:tc>
                <a:extLst>
                  <a:ext uri="{0D108BD9-81ED-4DB2-BD59-A6C34878D82A}">
                    <a16:rowId xmlns:a16="http://schemas.microsoft.com/office/drawing/2014/main" val="3899336356"/>
                  </a:ext>
                </a:extLst>
              </a:tr>
              <a:tr h="313115">
                <a:tc>
                  <a:txBody>
                    <a:bodyPr/>
                    <a:lstStyle/>
                    <a:p>
                      <a:pPr fontAlgn="t"/>
                      <a:r>
                        <a:rPr lang="en-IN" b="0" i="0" u="none" strike="noStrike">
                          <a:solidFill>
                            <a:srgbClr val="787878"/>
                          </a:solidFill>
                          <a:effectLst/>
                          <a:latin typeface="Tableau Book"/>
                        </a:rPr>
                        <a:t>Count of Sentiment:</a:t>
                      </a:r>
                      <a:endParaRPr lang="en-IN">
                        <a:effectLst/>
                      </a:endParaRPr>
                    </a:p>
                  </a:txBody>
                  <a:tcPr>
                    <a:lnL>
                      <a:noFill/>
                    </a:lnL>
                    <a:lnR>
                      <a:noFill/>
                    </a:lnR>
                    <a:lnT>
                      <a:noFill/>
                    </a:lnT>
                    <a:lnB>
                      <a:noFill/>
                    </a:lnB>
                    <a:solidFill>
                      <a:srgbClr val="FFFFFF"/>
                    </a:solidFill>
                  </a:tcPr>
                </a:tc>
                <a:tc>
                  <a:txBody>
                    <a:bodyPr/>
                    <a:lstStyle/>
                    <a:p>
                      <a:pPr fontAlgn="t"/>
                      <a:r>
                        <a:rPr lang="en-IN" dirty="0">
                          <a:effectLst/>
                        </a:rPr>
                        <a:t> </a:t>
                      </a:r>
                    </a:p>
                  </a:txBody>
                  <a:tcPr>
                    <a:lnL>
                      <a:noFill/>
                    </a:lnL>
                    <a:lnR>
                      <a:noFill/>
                    </a:lnR>
                    <a:lnT>
                      <a:noFill/>
                    </a:lnT>
                    <a:lnB>
                      <a:noFill/>
                    </a:lnB>
                    <a:solidFill>
                      <a:srgbClr val="FFFFFF"/>
                    </a:solidFill>
                  </a:tcPr>
                </a:tc>
                <a:tc>
                  <a:txBody>
                    <a:bodyPr/>
                    <a:lstStyle/>
                    <a:p>
                      <a:pPr fontAlgn="t"/>
                      <a:r>
                        <a:rPr lang="en-IN" b="1" i="0" u="none" strike="noStrike" dirty="0">
                          <a:solidFill>
                            <a:srgbClr val="333333"/>
                          </a:solidFill>
                          <a:effectLst/>
                          <a:latin typeface="Tableau Book"/>
                        </a:rPr>
                        <a:t>125</a:t>
                      </a:r>
                      <a:endParaRPr lang="en-IN" dirty="0">
                        <a:effectLst/>
                      </a:endParaRPr>
                    </a:p>
                  </a:txBody>
                  <a:tcPr>
                    <a:lnL>
                      <a:noFill/>
                    </a:lnL>
                    <a:lnR>
                      <a:noFill/>
                    </a:lnR>
                    <a:lnT>
                      <a:noFill/>
                    </a:lnT>
                    <a:lnB>
                      <a:noFill/>
                    </a:lnB>
                    <a:solidFill>
                      <a:srgbClr val="FFFFFF"/>
                    </a:solidFill>
                  </a:tcPr>
                </a:tc>
                <a:extLst>
                  <a:ext uri="{0D108BD9-81ED-4DB2-BD59-A6C34878D82A}">
                    <a16:rowId xmlns:a16="http://schemas.microsoft.com/office/drawing/2014/main" val="160131145"/>
                  </a:ext>
                </a:extLst>
              </a:tr>
              <a:tr h="373556">
                <a:tc>
                  <a:txBody>
                    <a:bodyPr/>
                    <a:lstStyle/>
                    <a:p>
                      <a:pPr fontAlgn="t"/>
                      <a:endParaRPr lang="en-US" dirty="0">
                        <a:effectLst/>
                      </a:endParaRPr>
                    </a:p>
                  </a:txBody>
                  <a:tcPr>
                    <a:lnL>
                      <a:noFill/>
                    </a:lnL>
                    <a:lnR>
                      <a:noFill/>
                    </a:lnR>
                    <a:lnT>
                      <a:noFill/>
                    </a:lnT>
                    <a:lnB>
                      <a:noFill/>
                    </a:lnB>
                    <a:solidFill>
                      <a:srgbClr val="FFFFFF"/>
                    </a:solidFill>
                  </a:tcPr>
                </a:tc>
                <a:tc>
                  <a:txBody>
                    <a:bodyPr/>
                    <a:lstStyle/>
                    <a:p>
                      <a:pPr fontAlgn="t"/>
                      <a:r>
                        <a:rPr lang="en-IN">
                          <a:effectLst/>
                        </a:rPr>
                        <a:t> </a:t>
                      </a:r>
                    </a:p>
                  </a:txBody>
                  <a:tcPr>
                    <a:lnL>
                      <a:noFill/>
                    </a:lnL>
                    <a:lnR>
                      <a:noFill/>
                    </a:lnR>
                    <a:lnT>
                      <a:noFill/>
                    </a:lnT>
                    <a:lnB>
                      <a:noFill/>
                    </a:lnB>
                    <a:solidFill>
                      <a:srgbClr val="FFFFFF"/>
                    </a:solidFill>
                  </a:tcPr>
                </a:tc>
                <a:tc>
                  <a:txBody>
                    <a:bodyPr/>
                    <a:lstStyle/>
                    <a:p>
                      <a:pPr fontAlgn="t"/>
                      <a:endParaRPr lang="en-IN" dirty="0">
                        <a:effectLst/>
                      </a:endParaRPr>
                    </a:p>
                  </a:txBody>
                  <a:tcPr>
                    <a:lnL>
                      <a:noFill/>
                    </a:lnL>
                    <a:lnR>
                      <a:noFill/>
                    </a:lnR>
                    <a:lnT>
                      <a:noFill/>
                    </a:lnT>
                    <a:lnB>
                      <a:noFill/>
                    </a:lnB>
                    <a:solidFill>
                      <a:srgbClr val="FFFFFF"/>
                    </a:solidFill>
                  </a:tcPr>
                </a:tc>
                <a:extLst>
                  <a:ext uri="{0D108BD9-81ED-4DB2-BD59-A6C34878D82A}">
                    <a16:rowId xmlns:a16="http://schemas.microsoft.com/office/drawing/2014/main" val="932836879"/>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520D-1FAE-D2D1-DEA8-7995BC6E39ED}"/>
              </a:ext>
            </a:extLst>
          </p:cNvPr>
          <p:cNvSpPr>
            <a:spLocks noGrp="1"/>
          </p:cNvSpPr>
          <p:nvPr>
            <p:ph type="title"/>
          </p:nvPr>
        </p:nvSpPr>
        <p:spPr>
          <a:xfrm>
            <a:off x="1684136" y="652789"/>
            <a:ext cx="10972440" cy="743437"/>
          </a:xfrm>
        </p:spPr>
        <p:txBody>
          <a:bodyPr/>
          <a:lstStyle/>
          <a:p>
            <a:r>
              <a:rPr lang="en-IN" sz="2800" b="1" dirty="0">
                <a:solidFill>
                  <a:srgbClr val="C00000"/>
                </a:solidFill>
              </a:rPr>
              <a:t>CONCLUSION AND FUTURE SCOPE</a:t>
            </a:r>
          </a:p>
        </p:txBody>
      </p:sp>
      <p:sp>
        <p:nvSpPr>
          <p:cNvPr id="3" name="Subtitle 2">
            <a:extLst>
              <a:ext uri="{FF2B5EF4-FFF2-40B4-BE49-F238E27FC236}">
                <a16:creationId xmlns:a16="http://schemas.microsoft.com/office/drawing/2014/main" id="{1CD6CBD1-4F28-C103-F799-5E90F2D02201}"/>
              </a:ext>
            </a:extLst>
          </p:cNvPr>
          <p:cNvSpPr>
            <a:spLocks noGrp="1"/>
          </p:cNvSpPr>
          <p:nvPr>
            <p:ph type="subTitle"/>
          </p:nvPr>
        </p:nvSpPr>
        <p:spPr>
          <a:xfrm>
            <a:off x="746716" y="1827319"/>
            <a:ext cx="9459602" cy="3538058"/>
          </a:xfrm>
        </p:spPr>
        <p:txBody>
          <a:bodyPr/>
          <a:lstStyle/>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dirty="0"/>
              <a:t>After analyzing dataset, we can conclude that Machine Learning can be effectively used for understanding the customer’s sentiment.</a:t>
            </a:r>
          </a:p>
          <a:p>
            <a:endParaRPr lang="en-US" b="1" dirty="0"/>
          </a:p>
          <a:p>
            <a:pPr marL="285750" indent="-285750">
              <a:buFont typeface="Arial" panose="020B0604020202020204" pitchFamily="34" charset="0"/>
              <a:buChar char="•"/>
            </a:pPr>
            <a:r>
              <a:rPr lang="en-US" dirty="0"/>
              <a:t>In conclusion, leveraging machine learning algorithms enables businesses to make informed decisions by analyzing customer sentiment. This approach aids in prioritizing essential organizational actions and areas of focus.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By systematically addressing the class imbalance problem, selecting appropriate classifiers, and exploring advanced modeling techniques, this project aims to develop an accurate and robust sentiment analysis model for e-commerce applications.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64485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1"/>
          <p:cNvSpPr/>
          <p:nvPr/>
        </p:nvSpPr>
        <p:spPr>
          <a:xfrm>
            <a:off x="609480" y="2475360"/>
            <a:ext cx="10971720" cy="12481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ct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163" name="CustomShape 3"/>
          <p:cNvSpPr/>
          <p:nvPr/>
        </p:nvSpPr>
        <p:spPr>
          <a:xfrm>
            <a:off x="8737560" y="6245280"/>
            <a:ext cx="2843640" cy="4752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lstStyle/>
          <a:p>
            <a:pPr algn="r">
              <a:lnSpc>
                <a:spcPct val="100000"/>
              </a:lnSpc>
            </a:pPr>
            <a:endParaRPr lang="en-IN" sz="1800" b="0" strike="noStrike" spc="-1" dirty="0">
              <a:solidFill>
                <a:srgbClr val="000000"/>
              </a:solidFill>
              <a:uFill>
                <a:solidFill>
                  <a:srgbClr val="FFFFFF"/>
                </a:solidFill>
              </a:uFill>
              <a:latin typeface="Arial" panose="020B0604020202020204"/>
            </a:endParaRPr>
          </a:p>
        </p:txBody>
      </p:sp>
      <p:sp>
        <p:nvSpPr>
          <p:cNvPr id="2" name="Text Box 1"/>
          <p:cNvSpPr txBox="1"/>
          <p:nvPr/>
        </p:nvSpPr>
        <p:spPr>
          <a:xfrm>
            <a:off x="3791585" y="2492375"/>
            <a:ext cx="3660169" cy="923330"/>
          </a:xfrm>
          <a:prstGeom prst="rect">
            <a:avLst/>
          </a:prstGeom>
          <a:noFill/>
        </p:spPr>
        <p:txBody>
          <a:bodyPr wrap="none" rtlCol="0">
            <a:spAutoFit/>
          </a:bodyPr>
          <a:lstStyle/>
          <a:p>
            <a:r>
              <a:rPr lang="en-IN" altLang="en-US" sz="5400" b="1"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2872</TotalTime>
  <Words>622</Words>
  <Application>Microsoft Office PowerPoint</Application>
  <PresentationFormat>Widescreen</PresentationFormat>
  <Paragraphs>157</Paragraphs>
  <Slides>17</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17</vt:i4>
      </vt:variant>
    </vt:vector>
  </HeadingPairs>
  <TitlesOfParts>
    <vt:vector size="26" baseType="lpstr">
      <vt:lpstr>-apple-system</vt:lpstr>
      <vt:lpstr>Arial</vt:lpstr>
      <vt:lpstr>Söhne</vt:lpstr>
      <vt:lpstr>Symbol</vt:lpstr>
      <vt:lpstr>Tableau Book</vt:lpstr>
      <vt:lpstr>Times New Roman</vt:lpstr>
      <vt:lpstr>Wingdings</vt:lpstr>
      <vt:lpstr>Office Theme</vt:lpstr>
      <vt:lpstr>Office Theme</vt:lpstr>
      <vt:lpstr>PowerPoint Presentation</vt:lpstr>
      <vt:lpstr>PowerPoint Presentation</vt:lpstr>
      <vt:lpstr>PowerPoint Presentation</vt:lpstr>
      <vt:lpstr>PowerPoint Presentation</vt:lpstr>
      <vt:lpstr> Objectives of the Project </vt:lpstr>
      <vt:lpstr>PowerPoint Presentation</vt:lpstr>
      <vt:lpstr>PowerPoint Presentation</vt:lpstr>
      <vt:lpstr>PowerPoint Presentation</vt:lpstr>
      <vt:lpstr>PowerPoint Presentation</vt:lpstr>
      <vt:lpstr>PowerPoint Presentation</vt:lpstr>
      <vt:lpstr>       Dataset Snapshot </vt:lpstr>
      <vt:lpstr>           Counts of Products in Each Primary Category </vt:lpstr>
      <vt:lpstr>  Distribution of Sentiment Categories</vt:lpstr>
      <vt:lpstr>Most Common Texted Words</vt:lpstr>
      <vt:lpstr>PowerPoint Presentation</vt:lpstr>
      <vt:lpstr>CONCLUSION AND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of Flight Delay using Machine Learning</dc:title>
  <dc:creator>student</dc:creator>
  <cp:lastModifiedBy>Dhruv Godhasara</cp:lastModifiedBy>
  <cp:revision>150</cp:revision>
  <dcterms:created xsi:type="dcterms:W3CDTF">2019-08-03T06:37:00Z</dcterms:created>
  <dcterms:modified xsi:type="dcterms:W3CDTF">2025-12-21T07:05:11Z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KSOProductBuildVer">
    <vt:lpwstr>1033-11.2.0.11486</vt:lpwstr>
  </property>
  <property fmtid="{D5CDD505-2E9C-101B-9397-08002B2CF9AE}" pid="6" name="LinksUpToDate">
    <vt:bool>false</vt:bool>
  </property>
  <property fmtid="{D5CDD505-2E9C-101B-9397-08002B2CF9AE}" pid="7" name="MMClips">
    <vt:i4>0</vt:i4>
  </property>
  <property fmtid="{D5CDD505-2E9C-101B-9397-08002B2CF9AE}" pid="8" name="Notes">
    <vt:i4>2</vt:i4>
  </property>
  <property fmtid="{D5CDD505-2E9C-101B-9397-08002B2CF9AE}" pid="9" name="PresentationFormat">
    <vt:lpwstr>Custom</vt:lpwstr>
  </property>
  <property fmtid="{D5CDD505-2E9C-101B-9397-08002B2CF9AE}" pid="10" name="ScaleCrop">
    <vt:bool>false</vt:bool>
  </property>
  <property fmtid="{D5CDD505-2E9C-101B-9397-08002B2CF9AE}" pid="11" name="ShareDoc">
    <vt:bool>false</vt:bool>
  </property>
  <property fmtid="{D5CDD505-2E9C-101B-9397-08002B2CF9AE}" pid="12" name="Slides">
    <vt:i4>12</vt:i4>
  </property>
  <property fmtid="{D5CDD505-2E9C-101B-9397-08002B2CF9AE}" pid="13" name="ICV">
    <vt:lpwstr>5572B97B067C435D957EF539BF8EF672</vt:lpwstr>
  </property>
</Properties>
</file>